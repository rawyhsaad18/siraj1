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70" r:id="rId2"/>
  </p:sldIdLst>
  <p:sldSz cx="15113000" cy="21374100"/>
  <p:notesSz cx="6858000" cy="9144000"/>
  <p:embeddedFontLst>
    <p:embeddedFont>
      <p:font typeface="Almarai" panose="020B0604020202020204" charset="-78"/>
      <p:regular r:id="rId4"/>
    </p:embeddedFont>
    <p:embeddedFont>
      <p:font typeface="Almarai Bold" panose="020B0604020202020204" charset="-78"/>
      <p:regular r:id="rId5"/>
      <p:bold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8B5D"/>
    <a:srgbClr val="F0F0F0"/>
    <a:srgbClr val="F4F1EB"/>
    <a:srgbClr val="154D5A"/>
    <a:srgbClr val="982A2D"/>
    <a:srgbClr val="3858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FBA80D-1A0B-4320-B04B-ECDA84EDAAF9}" v="2" dt="2025-04-09T05:32:59.0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2157" autoAdjust="0"/>
  </p:normalViewPr>
  <p:slideViewPr>
    <p:cSldViewPr>
      <p:cViewPr>
        <p:scale>
          <a:sx n="17" d="100"/>
          <a:sy n="17" d="100"/>
        </p:scale>
        <p:origin x="2384" y="1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microsoft.com/office/2016/11/relationships/changesInfo" Target="changesInfos/changesInfo1.xml"/><Relationship Id="rId5" Type="http://schemas.openxmlformats.org/officeDocument/2006/relationships/font" Target="fonts/font2.fntdata"/><Relationship Id="rId10"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ابتهال احمد العبلاني" userId="9fe0c18a-5347-4991-9e94-5b9e9b1a2438" providerId="ADAL" clId="{DE8C4D7B-E2D2-4F3D-9E0C-A8EC05EC8F3D}"/>
    <pc:docChg chg="undo custSel addSld modSld sldOrd">
      <pc:chgData name="ابتهال احمد العبلاني" userId="9fe0c18a-5347-4991-9e94-5b9e9b1a2438" providerId="ADAL" clId="{DE8C4D7B-E2D2-4F3D-9E0C-A8EC05EC8F3D}" dt="2024-12-09T15:45:42.786" v="4205" actId="14100"/>
      <pc:docMkLst>
        <pc:docMk/>
      </pc:docMkLst>
      <pc:sldChg chg="addSp delSp modSp mod modNotesTx">
        <pc:chgData name="ابتهال احمد العبلاني" userId="9fe0c18a-5347-4991-9e94-5b9e9b1a2438" providerId="ADAL" clId="{DE8C4D7B-E2D2-4F3D-9E0C-A8EC05EC8F3D}" dt="2024-12-09T15:45:42.786" v="4205" actId="14100"/>
        <pc:sldMkLst>
          <pc:docMk/>
          <pc:sldMk cId="0" sldId="256"/>
        </pc:sldMkLst>
      </pc:sldChg>
      <pc:sldChg chg="addSp delSp modSp add mod ord">
        <pc:chgData name="ابتهال احمد العبلاني" userId="9fe0c18a-5347-4991-9e94-5b9e9b1a2438" providerId="ADAL" clId="{DE8C4D7B-E2D2-4F3D-9E0C-A8EC05EC8F3D}" dt="2024-12-07T12:58:54.350" v="4013"/>
        <pc:sldMkLst>
          <pc:docMk/>
          <pc:sldMk cId="2708622578" sldId="257"/>
        </pc:sldMkLst>
      </pc:sldChg>
      <pc:sldChg chg="addSp delSp modSp add mod">
        <pc:chgData name="ابتهال احمد العبلاني" userId="9fe0c18a-5347-4991-9e94-5b9e9b1a2438" providerId="ADAL" clId="{DE8C4D7B-E2D2-4F3D-9E0C-A8EC05EC8F3D}" dt="2024-12-07T07:28:24.893" v="2801" actId="478"/>
        <pc:sldMkLst>
          <pc:docMk/>
          <pc:sldMk cId="1249055947" sldId="258"/>
        </pc:sldMkLst>
      </pc:sldChg>
      <pc:sldChg chg="addSp delSp modSp add mod ord">
        <pc:chgData name="ابتهال احمد العبلاني" userId="9fe0c18a-5347-4991-9e94-5b9e9b1a2438" providerId="ADAL" clId="{DE8C4D7B-E2D2-4F3D-9E0C-A8EC05EC8F3D}" dt="2024-12-07T13:01:09.298" v="4046" actId="1035"/>
        <pc:sldMkLst>
          <pc:docMk/>
          <pc:sldMk cId="4111755509" sldId="259"/>
        </pc:sldMkLst>
      </pc:sldChg>
      <pc:sldChg chg="addSp delSp modSp add mod">
        <pc:chgData name="ابتهال احمد العبلاني" userId="9fe0c18a-5347-4991-9e94-5b9e9b1a2438" providerId="ADAL" clId="{DE8C4D7B-E2D2-4F3D-9E0C-A8EC05EC8F3D}" dt="2024-12-07T15:44:01.144" v="4183" actId="1076"/>
        <pc:sldMkLst>
          <pc:docMk/>
          <pc:sldMk cId="1359831111" sldId="260"/>
        </pc:sldMkLst>
      </pc:sldChg>
    </pc:docChg>
  </pc:docChgLst>
  <pc:docChgLst>
    <pc:chgData name="ابتهال احمد العبلاني" userId="9fe0c18a-5347-4991-9e94-5b9e9b1a2438" providerId="ADAL" clId="{4BB5DB6F-A123-41E0-9323-02046CB8AE48}"/>
    <pc:docChg chg="modSld">
      <pc:chgData name="ابتهال احمد العبلاني" userId="9fe0c18a-5347-4991-9e94-5b9e9b1a2438" providerId="ADAL" clId="{4BB5DB6F-A123-41E0-9323-02046CB8AE48}" dt="2024-12-05T05:48:56.051" v="43" actId="478"/>
      <pc:docMkLst>
        <pc:docMk/>
      </pc:docMkLst>
      <pc:sldChg chg="addSp delSp modSp mod">
        <pc:chgData name="ابتهال احمد العبلاني" userId="9fe0c18a-5347-4991-9e94-5b9e9b1a2438" providerId="ADAL" clId="{4BB5DB6F-A123-41E0-9323-02046CB8AE48}" dt="2024-12-05T05:48:56.051" v="43" actId="478"/>
        <pc:sldMkLst>
          <pc:docMk/>
          <pc:sldMk cId="0" sldId="256"/>
        </pc:sldMkLst>
      </pc:sldChg>
    </pc:docChg>
  </pc:docChgLst>
  <pc:docChgLst>
    <pc:chgData name="ابتهال احمد العبلاني" userId="9fe0c18a-5347-4991-9e94-5b9e9b1a2438" providerId="ADAL" clId="{B485EDE4-71B2-43B0-B681-E7A1AB590223}"/>
    <pc:docChg chg="undo custSel modSld">
      <pc:chgData name="ابتهال احمد العبلاني" userId="9fe0c18a-5347-4991-9e94-5b9e9b1a2438" providerId="ADAL" clId="{B485EDE4-71B2-43B0-B681-E7A1AB590223}" dt="2024-12-26T09:26:56.709" v="1" actId="167"/>
      <pc:docMkLst>
        <pc:docMk/>
      </pc:docMkLst>
      <pc:sldChg chg="modSp mod">
        <pc:chgData name="ابتهال احمد العبلاني" userId="9fe0c18a-5347-4991-9e94-5b9e9b1a2438" providerId="ADAL" clId="{B485EDE4-71B2-43B0-B681-E7A1AB590223}" dt="2024-12-26T09:26:56.709" v="1" actId="167"/>
        <pc:sldMkLst>
          <pc:docMk/>
          <pc:sldMk cId="4111755509" sldId="259"/>
        </pc:sldMkLst>
      </pc:sldChg>
    </pc:docChg>
  </pc:docChgLst>
  <pc:docChgLst>
    <pc:chgData name="ابتهال احمد العبلاني" userId="9fe0c18a-5347-4991-9e94-5b9e9b1a2438" providerId="ADAL" clId="{6121E69E-8B37-4777-8316-184B22A5C10D}"/>
    <pc:docChg chg="custSel addSld delSld modSld sldOrd">
      <pc:chgData name="ابتهال احمد العبلاني" userId="9fe0c18a-5347-4991-9e94-5b9e9b1a2438" providerId="ADAL" clId="{6121E69E-8B37-4777-8316-184B22A5C10D}" dt="2025-01-26T16:47:34.873" v="15" actId="478"/>
      <pc:docMkLst>
        <pc:docMk/>
      </pc:docMkLst>
      <pc:sldChg chg="delSp add mod">
        <pc:chgData name="ابتهال احمد العبلاني" userId="9fe0c18a-5347-4991-9e94-5b9e9b1a2438" providerId="ADAL" clId="{6121E69E-8B37-4777-8316-184B22A5C10D}" dt="2025-01-26T16:47:34.873" v="15" actId="478"/>
        <pc:sldMkLst>
          <pc:docMk/>
          <pc:sldMk cId="2708622578" sldId="257"/>
        </pc:sldMkLst>
      </pc:sldChg>
      <pc:sldChg chg="ord">
        <pc:chgData name="ابتهال احمد العبلاني" userId="9fe0c18a-5347-4991-9e94-5b9e9b1a2438" providerId="ADAL" clId="{6121E69E-8B37-4777-8316-184B22A5C10D}" dt="2025-01-26T16:45:16.071" v="12"/>
        <pc:sldMkLst>
          <pc:docMk/>
          <pc:sldMk cId="1249055947" sldId="258"/>
        </pc:sldMkLst>
      </pc:sldChg>
      <pc:sldChg chg="add">
        <pc:chgData name="ابتهال احمد العبلاني" userId="9fe0c18a-5347-4991-9e94-5b9e9b1a2438" providerId="ADAL" clId="{6121E69E-8B37-4777-8316-184B22A5C10D}" dt="2025-01-26T16:46:19.834" v="14"/>
        <pc:sldMkLst>
          <pc:docMk/>
          <pc:sldMk cId="1359831111" sldId="260"/>
        </pc:sldMkLst>
      </pc:sldChg>
      <pc:sldChg chg="del">
        <pc:chgData name="ابتهال احمد العبلاني" userId="9fe0c18a-5347-4991-9e94-5b9e9b1a2438" providerId="ADAL" clId="{6121E69E-8B37-4777-8316-184B22A5C10D}" dt="2025-01-26T16:44:43.656" v="3" actId="47"/>
        <pc:sldMkLst>
          <pc:docMk/>
          <pc:sldMk cId="0" sldId="261"/>
        </pc:sldMkLst>
      </pc:sldChg>
      <pc:sldChg chg="del">
        <pc:chgData name="ابتهال احمد العبلاني" userId="9fe0c18a-5347-4991-9e94-5b9e9b1a2438" providerId="ADAL" clId="{6121E69E-8B37-4777-8316-184B22A5C10D}" dt="2025-01-26T16:44:41.960" v="2" actId="47"/>
        <pc:sldMkLst>
          <pc:docMk/>
          <pc:sldMk cId="0" sldId="262"/>
        </pc:sldMkLst>
      </pc:sldChg>
      <pc:sldChg chg="del">
        <pc:chgData name="ابتهال احمد العبلاني" userId="9fe0c18a-5347-4991-9e94-5b9e9b1a2438" providerId="ADAL" clId="{6121E69E-8B37-4777-8316-184B22A5C10D}" dt="2025-01-26T16:44:40.293" v="1" actId="47"/>
        <pc:sldMkLst>
          <pc:docMk/>
          <pc:sldMk cId="0" sldId="263"/>
        </pc:sldMkLst>
      </pc:sldChg>
      <pc:sldChg chg="del">
        <pc:chgData name="ابتهال احمد العبلاني" userId="9fe0c18a-5347-4991-9e94-5b9e9b1a2438" providerId="ADAL" clId="{6121E69E-8B37-4777-8316-184B22A5C10D}" dt="2025-01-26T16:44:45.692" v="4" actId="47"/>
        <pc:sldMkLst>
          <pc:docMk/>
          <pc:sldMk cId="0" sldId="264"/>
        </pc:sldMkLst>
      </pc:sldChg>
      <pc:sldChg chg="del">
        <pc:chgData name="ابتهال احمد العبلاني" userId="9fe0c18a-5347-4991-9e94-5b9e9b1a2438" providerId="ADAL" clId="{6121E69E-8B37-4777-8316-184B22A5C10D}" dt="2025-01-26T16:44:47.385" v="5" actId="47"/>
        <pc:sldMkLst>
          <pc:docMk/>
          <pc:sldMk cId="0" sldId="265"/>
        </pc:sldMkLst>
      </pc:sldChg>
      <pc:sldChg chg="del">
        <pc:chgData name="ابتهال احمد العبلاني" userId="9fe0c18a-5347-4991-9e94-5b9e9b1a2438" providerId="ADAL" clId="{6121E69E-8B37-4777-8316-184B22A5C10D}" dt="2025-01-26T16:44:49.059" v="6" actId="47"/>
        <pc:sldMkLst>
          <pc:docMk/>
          <pc:sldMk cId="0" sldId="266"/>
        </pc:sldMkLst>
      </pc:sldChg>
      <pc:sldChg chg="del">
        <pc:chgData name="ابتهال احمد العبلاني" userId="9fe0c18a-5347-4991-9e94-5b9e9b1a2438" providerId="ADAL" clId="{6121E69E-8B37-4777-8316-184B22A5C10D}" dt="2025-01-26T16:44:59.686" v="7" actId="2696"/>
        <pc:sldMkLst>
          <pc:docMk/>
          <pc:sldMk cId="0" sldId="268"/>
        </pc:sldMkLst>
      </pc:sldChg>
      <pc:sldChg chg="add ord">
        <pc:chgData name="ابتهال احمد العبلاني" userId="9fe0c18a-5347-4991-9e94-5b9e9b1a2438" providerId="ADAL" clId="{6121E69E-8B37-4777-8316-184B22A5C10D}" dt="2025-01-26T16:45:07.677" v="10"/>
        <pc:sldMkLst>
          <pc:docMk/>
          <pc:sldMk cId="613095122" sldId="268"/>
        </pc:sldMkLst>
      </pc:sldChg>
      <pc:sldChg chg="del">
        <pc:chgData name="ابتهال احمد العبلاني" userId="9fe0c18a-5347-4991-9e94-5b9e9b1a2438" providerId="ADAL" clId="{6121E69E-8B37-4777-8316-184B22A5C10D}" dt="2025-01-26T16:44:59.686" v="7" actId="2696"/>
        <pc:sldMkLst>
          <pc:docMk/>
          <pc:sldMk cId="0" sldId="269"/>
        </pc:sldMkLst>
      </pc:sldChg>
      <pc:sldChg chg="add ord">
        <pc:chgData name="ابتهال احمد العبلاني" userId="9fe0c18a-5347-4991-9e94-5b9e9b1a2438" providerId="ADAL" clId="{6121E69E-8B37-4777-8316-184B22A5C10D}" dt="2025-01-26T16:45:07.677" v="10"/>
        <pc:sldMkLst>
          <pc:docMk/>
          <pc:sldMk cId="2078004636" sldId="269"/>
        </pc:sldMkLst>
      </pc:sldChg>
      <pc:sldChg chg="del">
        <pc:chgData name="ابتهال احمد العبلاني" userId="9fe0c18a-5347-4991-9e94-5b9e9b1a2438" providerId="ADAL" clId="{6121E69E-8B37-4777-8316-184B22A5C10D}" dt="2025-01-26T16:44:59.686" v="7" actId="2696"/>
        <pc:sldMkLst>
          <pc:docMk/>
          <pc:sldMk cId="0" sldId="273"/>
        </pc:sldMkLst>
      </pc:sldChg>
      <pc:sldChg chg="add ord">
        <pc:chgData name="ابتهال احمد العبلاني" userId="9fe0c18a-5347-4991-9e94-5b9e9b1a2438" providerId="ADAL" clId="{6121E69E-8B37-4777-8316-184B22A5C10D}" dt="2025-01-26T16:45:07.677" v="10"/>
        <pc:sldMkLst>
          <pc:docMk/>
          <pc:sldMk cId="1920102846" sldId="273"/>
        </pc:sldMkLst>
      </pc:sldChg>
      <pc:sldChg chg="add">
        <pc:chgData name="ابتهال احمد العبلاني" userId="9fe0c18a-5347-4991-9e94-5b9e9b1a2438" providerId="ADAL" clId="{6121E69E-8B37-4777-8316-184B22A5C10D}" dt="2025-01-26T16:45:53.746" v="13"/>
        <pc:sldMkLst>
          <pc:docMk/>
          <pc:sldMk cId="0" sldId="274"/>
        </pc:sldMkLst>
      </pc:sldChg>
      <pc:sldChg chg="del">
        <pc:chgData name="ابتهال احمد العبلاني" userId="9fe0c18a-5347-4991-9e94-5b9e9b1a2438" providerId="ADAL" clId="{6121E69E-8B37-4777-8316-184B22A5C10D}" dt="2025-01-26T16:44:38.575" v="0" actId="47"/>
        <pc:sldMkLst>
          <pc:docMk/>
          <pc:sldMk cId="0" sldId="275"/>
        </pc:sldMkLst>
      </pc:sldChg>
    </pc:docChg>
  </pc:docChgLst>
  <pc:docChgLst>
    <pc:chgData name="ابتهال احمد العبلاني" userId="9fe0c18a-5347-4991-9e94-5b9e9b1a2438" providerId="ADAL" clId="{1CFBA80D-1A0B-4320-B04B-ECDA84EDAAF9}"/>
    <pc:docChg chg="modSld">
      <pc:chgData name="ابتهال احمد العبلاني" userId="9fe0c18a-5347-4991-9e94-5b9e9b1a2438" providerId="ADAL" clId="{1CFBA80D-1A0B-4320-B04B-ECDA84EDAAF9}" dt="2025-04-09T05:33:42.698" v="251" actId="20577"/>
      <pc:docMkLst>
        <pc:docMk/>
      </pc:docMkLst>
      <pc:sldChg chg="addSp modSp mod">
        <pc:chgData name="ابتهال احمد العبلاني" userId="9fe0c18a-5347-4991-9e94-5b9e9b1a2438" providerId="ADAL" clId="{1CFBA80D-1A0B-4320-B04B-ECDA84EDAAF9}" dt="2025-04-09T05:33:42.698" v="251" actId="20577"/>
        <pc:sldMkLst>
          <pc:docMk/>
          <pc:sldMk cId="0" sldId="270"/>
        </pc:sldMkLst>
        <pc:spChg chg="add mod">
          <ac:chgData name="ابتهال احمد العبلاني" userId="9fe0c18a-5347-4991-9e94-5b9e9b1a2438" providerId="ADAL" clId="{1CFBA80D-1A0B-4320-B04B-ECDA84EDAAF9}" dt="2025-04-09T05:32:55.999" v="126" actId="1036"/>
          <ac:spMkLst>
            <pc:docMk/>
            <pc:sldMk cId="0" sldId="270"/>
            <ac:spMk id="5" creationId="{EAD88A8F-8A04-4D72-9275-E2326D946E7C}"/>
          </ac:spMkLst>
        </pc:spChg>
        <pc:spChg chg="add mod">
          <ac:chgData name="ابتهال احمد العبلاني" userId="9fe0c18a-5347-4991-9e94-5b9e9b1a2438" providerId="ADAL" clId="{1CFBA80D-1A0B-4320-B04B-ECDA84EDAAF9}" dt="2025-04-09T05:32:55.999" v="126" actId="1036"/>
          <ac:spMkLst>
            <pc:docMk/>
            <pc:sldMk cId="0" sldId="270"/>
            <ac:spMk id="6" creationId="{3F63DEAF-F49F-067A-4E14-F049A3853483}"/>
          </ac:spMkLst>
        </pc:spChg>
        <pc:spChg chg="add mod">
          <ac:chgData name="ابتهال احمد العبلاني" userId="9fe0c18a-5347-4991-9e94-5b9e9b1a2438" providerId="ADAL" clId="{1CFBA80D-1A0B-4320-B04B-ECDA84EDAAF9}" dt="2025-04-09T05:33:22.335" v="234" actId="20577"/>
          <ac:spMkLst>
            <pc:docMk/>
            <pc:sldMk cId="0" sldId="270"/>
            <ac:spMk id="12" creationId="{6E74E57C-516E-51A8-8950-6D69107191A1}"/>
          </ac:spMkLst>
        </pc:spChg>
        <pc:spChg chg="mod">
          <ac:chgData name="ابتهال احمد العبلاني" userId="9fe0c18a-5347-4991-9e94-5b9e9b1a2438" providerId="ADAL" clId="{1CFBA80D-1A0B-4320-B04B-ECDA84EDAAF9}" dt="2025-04-09T05:32:51.222" v="113" actId="1036"/>
          <ac:spMkLst>
            <pc:docMk/>
            <pc:sldMk cId="0" sldId="270"/>
            <ac:spMk id="25" creationId="{00000000-0000-0000-0000-000000000000}"/>
          </ac:spMkLst>
        </pc:spChg>
        <pc:spChg chg="mod">
          <ac:chgData name="ابتهال احمد العبلاني" userId="9fe0c18a-5347-4991-9e94-5b9e9b1a2438" providerId="ADAL" clId="{1CFBA80D-1A0B-4320-B04B-ECDA84EDAAF9}" dt="2025-04-09T05:33:32.733" v="238" actId="1036"/>
          <ac:spMkLst>
            <pc:docMk/>
            <pc:sldMk cId="0" sldId="270"/>
            <ac:spMk id="26" creationId="{00000000-0000-0000-0000-000000000000}"/>
          </ac:spMkLst>
        </pc:spChg>
        <pc:spChg chg="mod">
          <ac:chgData name="ابتهال احمد العبلاني" userId="9fe0c18a-5347-4991-9e94-5b9e9b1a2438" providerId="ADAL" clId="{1CFBA80D-1A0B-4320-B04B-ECDA84EDAAF9}" dt="2025-04-09T05:32:51.222" v="113" actId="1036"/>
          <ac:spMkLst>
            <pc:docMk/>
            <pc:sldMk cId="0" sldId="270"/>
            <ac:spMk id="27" creationId="{00000000-0000-0000-0000-000000000000}"/>
          </ac:spMkLst>
        </pc:spChg>
        <pc:spChg chg="mod">
          <ac:chgData name="ابتهال احمد العبلاني" userId="9fe0c18a-5347-4991-9e94-5b9e9b1a2438" providerId="ADAL" clId="{1CFBA80D-1A0B-4320-B04B-ECDA84EDAAF9}" dt="2025-04-09T05:33:42.698" v="251" actId="20577"/>
          <ac:spMkLst>
            <pc:docMk/>
            <pc:sldMk cId="0" sldId="270"/>
            <ac:spMk id="29" creationId="{00000000-0000-0000-0000-000000000000}"/>
          </ac:spMkLst>
        </pc:spChg>
        <pc:spChg chg="mod">
          <ac:chgData name="ابتهال احمد العبلاني" userId="9fe0c18a-5347-4991-9e94-5b9e9b1a2438" providerId="ADAL" clId="{1CFBA80D-1A0B-4320-B04B-ECDA84EDAAF9}" dt="2025-04-09T05:33:32.733" v="238" actId="1036"/>
          <ac:spMkLst>
            <pc:docMk/>
            <pc:sldMk cId="0" sldId="270"/>
            <ac:spMk id="37" creationId="{00000000-0000-0000-0000-000000000000}"/>
          </ac:spMkLst>
        </pc:spChg>
        <pc:spChg chg="mod">
          <ac:chgData name="ابتهال احمد العبلاني" userId="9fe0c18a-5347-4991-9e94-5b9e9b1a2438" providerId="ADAL" clId="{1CFBA80D-1A0B-4320-B04B-ECDA84EDAAF9}" dt="2025-04-09T05:33:32.733" v="238" actId="1036"/>
          <ac:spMkLst>
            <pc:docMk/>
            <pc:sldMk cId="0" sldId="270"/>
            <ac:spMk id="134" creationId="{16C6AB1F-256A-329C-CF3C-A92135A8E366}"/>
          </ac:spMkLst>
        </pc:spChg>
        <pc:grpChg chg="mod">
          <ac:chgData name="ابتهال احمد العبلاني" userId="9fe0c18a-5347-4991-9e94-5b9e9b1a2438" providerId="ADAL" clId="{1CFBA80D-1A0B-4320-B04B-ECDA84EDAAF9}" dt="2025-04-09T05:32:51.222" v="113" actId="1036"/>
          <ac:grpSpMkLst>
            <pc:docMk/>
            <pc:sldMk cId="0" sldId="270"/>
            <ac:grpSpMk id="7" creationId="{00000000-0000-0000-0000-000000000000}"/>
          </ac:grpSpMkLst>
        </pc:grpChg>
      </pc:sldChg>
    </pc:docChg>
  </pc:docChgLst>
  <pc:docChgLst>
    <pc:chgData name="ابتهال احمد العبلاني" userId="9fe0c18a-5347-4991-9e94-5b9e9b1a2438" providerId="ADAL" clId="{5C73037D-050B-49D4-879E-8F8F3A6713C4}"/>
    <pc:docChg chg="undo custSel addSld delSld modSld">
      <pc:chgData name="ابتهال احمد العبلاني" userId="9fe0c18a-5347-4991-9e94-5b9e9b1a2438" providerId="ADAL" clId="{5C73037D-050B-49D4-879E-8F8F3A6713C4}" dt="2025-02-08T14:05:24.293" v="1115" actId="1076"/>
      <pc:docMkLst>
        <pc:docMk/>
      </pc:docMkLst>
      <pc:sldChg chg="addSp delSp modSp mod">
        <pc:chgData name="ابتهال احمد العبلاني" userId="9fe0c18a-5347-4991-9e94-5b9e9b1a2438" providerId="ADAL" clId="{5C73037D-050B-49D4-879E-8F8F3A6713C4}" dt="2025-01-28T11:33:44.465" v="906" actId="1037"/>
        <pc:sldMkLst>
          <pc:docMk/>
          <pc:sldMk cId="0" sldId="256"/>
        </pc:sldMkLst>
      </pc:sldChg>
      <pc:sldChg chg="addSp delSp modSp mod">
        <pc:chgData name="ابتهال احمد العبلاني" userId="9fe0c18a-5347-4991-9e94-5b9e9b1a2438" providerId="ADAL" clId="{5C73037D-050B-49D4-879E-8F8F3A6713C4}" dt="2025-01-28T19:10:05.676" v="1114" actId="1035"/>
        <pc:sldMkLst>
          <pc:docMk/>
          <pc:sldMk cId="2708622578" sldId="257"/>
        </pc:sldMkLst>
      </pc:sldChg>
      <pc:sldChg chg="addSp delSp modSp mod">
        <pc:chgData name="ابتهال احمد العبلاني" userId="9fe0c18a-5347-4991-9e94-5b9e9b1a2438" providerId="ADAL" clId="{5C73037D-050B-49D4-879E-8F8F3A6713C4}" dt="2025-01-28T11:35:59.954" v="967" actId="1035"/>
        <pc:sldMkLst>
          <pc:docMk/>
          <pc:sldMk cId="1249055947" sldId="258"/>
        </pc:sldMkLst>
      </pc:sldChg>
      <pc:sldChg chg="addSp delSp modSp mod">
        <pc:chgData name="ابتهال احمد العبلاني" userId="9fe0c18a-5347-4991-9e94-5b9e9b1a2438" providerId="ADAL" clId="{5C73037D-050B-49D4-879E-8F8F3A6713C4}" dt="2025-01-28T11:54:14.561" v="1063" actId="1035"/>
        <pc:sldMkLst>
          <pc:docMk/>
          <pc:sldMk cId="4111755509" sldId="259"/>
        </pc:sldMkLst>
      </pc:sldChg>
      <pc:sldChg chg="addSp delSp modSp mod">
        <pc:chgData name="ابتهال احمد العبلاني" userId="9fe0c18a-5347-4991-9e94-5b9e9b1a2438" providerId="ADAL" clId="{5C73037D-050B-49D4-879E-8F8F3A6713C4}" dt="2025-01-28T11:58:33.387" v="1088" actId="1036"/>
        <pc:sldMkLst>
          <pc:docMk/>
          <pc:sldMk cId="1359831111" sldId="260"/>
        </pc:sldMkLst>
      </pc:sldChg>
      <pc:sldChg chg="addSp delSp modSp mod">
        <pc:chgData name="ابتهال احمد العبلاني" userId="9fe0c18a-5347-4991-9e94-5b9e9b1a2438" providerId="ADAL" clId="{5C73037D-050B-49D4-879E-8F8F3A6713C4}" dt="2025-01-28T15:21:34.999" v="1107" actId="1038"/>
        <pc:sldMkLst>
          <pc:docMk/>
          <pc:sldMk cId="0" sldId="267"/>
        </pc:sldMkLst>
      </pc:sldChg>
      <pc:sldChg chg="addSp delSp modSp mod">
        <pc:chgData name="ابتهال احمد العبلاني" userId="9fe0c18a-5347-4991-9e94-5b9e9b1a2438" providerId="ADAL" clId="{5C73037D-050B-49D4-879E-8F8F3A6713C4}" dt="2025-01-28T11:48:07.262" v="1052" actId="1036"/>
        <pc:sldMkLst>
          <pc:docMk/>
          <pc:sldMk cId="613095122" sldId="268"/>
        </pc:sldMkLst>
      </pc:sldChg>
      <pc:sldChg chg="addSp delSp modSp mod">
        <pc:chgData name="ابتهال احمد العبلاني" userId="9fe0c18a-5347-4991-9e94-5b9e9b1a2438" providerId="ADAL" clId="{5C73037D-050B-49D4-879E-8F8F3A6713C4}" dt="2025-01-28T11:46:32.593" v="1027" actId="1038"/>
        <pc:sldMkLst>
          <pc:docMk/>
          <pc:sldMk cId="2078004636" sldId="269"/>
        </pc:sldMkLst>
      </pc:sldChg>
      <pc:sldChg chg="addSp delSp modSp mod">
        <pc:chgData name="ابتهال احمد العبلاني" userId="9fe0c18a-5347-4991-9e94-5b9e9b1a2438" providerId="ADAL" clId="{5C73037D-050B-49D4-879E-8F8F3A6713C4}" dt="2025-02-08T14:05:24.293" v="1115" actId="1076"/>
        <pc:sldMkLst>
          <pc:docMk/>
          <pc:sldMk cId="0" sldId="270"/>
        </pc:sldMkLst>
        <pc:spChg chg="mod">
          <ac:chgData name="ابتهال احمد العبلاني" userId="9fe0c18a-5347-4991-9e94-5b9e9b1a2438" providerId="ADAL" clId="{5C73037D-050B-49D4-879E-8F8F3A6713C4}" dt="2025-01-26T16:49:19.284" v="2" actId="207"/>
          <ac:spMkLst>
            <pc:docMk/>
            <pc:sldMk cId="0" sldId="270"/>
            <ac:spMk id="3" creationId="{00000000-0000-0000-0000-000000000000}"/>
          </ac:spMkLst>
        </pc:spChg>
        <pc:spChg chg="mod">
          <ac:chgData name="ابتهال احمد العبلاني" userId="9fe0c18a-5347-4991-9e94-5b9e9b1a2438" providerId="ADAL" clId="{5C73037D-050B-49D4-879E-8F8F3A6713C4}" dt="2025-01-26T16:52:32.587" v="24" actId="14100"/>
          <ac:spMkLst>
            <pc:docMk/>
            <pc:sldMk cId="0" sldId="270"/>
            <ac:spMk id="4" creationId="{00000000-0000-0000-0000-000000000000}"/>
          </ac:spMkLst>
        </pc:spChg>
        <pc:spChg chg="mod">
          <ac:chgData name="ابتهال احمد العبلاني" userId="9fe0c18a-5347-4991-9e94-5b9e9b1a2438" providerId="ADAL" clId="{5C73037D-050B-49D4-879E-8F8F3A6713C4}" dt="2025-01-26T16:52:00.072" v="16" actId="207"/>
          <ac:spMkLst>
            <pc:docMk/>
            <pc:sldMk cId="0" sldId="270"/>
            <ac:spMk id="8" creationId="{00000000-0000-0000-0000-000000000000}"/>
          </ac:spMkLst>
        </pc:spChg>
        <pc:spChg chg="mod">
          <ac:chgData name="ابتهال احمد العبلاني" userId="9fe0c18a-5347-4991-9e94-5b9e9b1a2438" providerId="ADAL" clId="{5C73037D-050B-49D4-879E-8F8F3A6713C4}" dt="2025-01-26T17:56:51.306" v="779" actId="207"/>
          <ac:spMkLst>
            <pc:docMk/>
            <pc:sldMk cId="0" sldId="270"/>
            <ac:spMk id="18" creationId="{00000000-0000-0000-0000-000000000000}"/>
          </ac:spMkLst>
        </pc:spChg>
        <pc:spChg chg="mod">
          <ac:chgData name="ابتهال احمد العبلاني" userId="9fe0c18a-5347-4991-9e94-5b9e9b1a2438" providerId="ADAL" clId="{5C73037D-050B-49D4-879E-8F8F3A6713C4}" dt="2025-01-26T16:55:01.161" v="50" actId="207"/>
          <ac:spMkLst>
            <pc:docMk/>
            <pc:sldMk cId="0" sldId="270"/>
            <ac:spMk id="19" creationId="{00000000-0000-0000-0000-000000000000}"/>
          </ac:spMkLst>
        </pc:spChg>
        <pc:spChg chg="mod">
          <ac:chgData name="ابتهال احمد العبلاني" userId="9fe0c18a-5347-4991-9e94-5b9e9b1a2438" providerId="ADAL" clId="{5C73037D-050B-49D4-879E-8F8F3A6713C4}" dt="2025-01-26T16:54:57.779" v="49" actId="207"/>
          <ac:spMkLst>
            <pc:docMk/>
            <pc:sldMk cId="0" sldId="270"/>
            <ac:spMk id="20" creationId="{00000000-0000-0000-0000-000000000000}"/>
          </ac:spMkLst>
        </pc:spChg>
        <pc:spChg chg="mod">
          <ac:chgData name="ابتهال احمد العبلاني" userId="9fe0c18a-5347-4991-9e94-5b9e9b1a2438" providerId="ADAL" clId="{5C73037D-050B-49D4-879E-8F8F3A6713C4}" dt="2025-01-26T17:56:51.306" v="779" actId="207"/>
          <ac:spMkLst>
            <pc:docMk/>
            <pc:sldMk cId="0" sldId="270"/>
            <ac:spMk id="22" creationId="{00000000-0000-0000-0000-000000000000}"/>
          </ac:spMkLst>
        </pc:spChg>
        <pc:spChg chg="mod">
          <ac:chgData name="ابتهال احمد العبلاني" userId="9fe0c18a-5347-4991-9e94-5b9e9b1a2438" providerId="ADAL" clId="{5C73037D-050B-49D4-879E-8F8F3A6713C4}" dt="2025-01-26T17:56:51.306" v="779" actId="207"/>
          <ac:spMkLst>
            <pc:docMk/>
            <pc:sldMk cId="0" sldId="270"/>
            <ac:spMk id="23" creationId="{00000000-0000-0000-0000-000000000000}"/>
          </ac:spMkLst>
        </pc:spChg>
        <pc:spChg chg="mod">
          <ac:chgData name="ابتهال احمد العبلاني" userId="9fe0c18a-5347-4991-9e94-5b9e9b1a2438" providerId="ADAL" clId="{5C73037D-050B-49D4-879E-8F8F3A6713C4}" dt="2025-01-26T16:55:13.512" v="53" actId="207"/>
          <ac:spMkLst>
            <pc:docMk/>
            <pc:sldMk cId="0" sldId="270"/>
            <ac:spMk id="24" creationId="{00000000-0000-0000-0000-000000000000}"/>
          </ac:spMkLst>
        </pc:spChg>
        <pc:spChg chg="mod">
          <ac:chgData name="ابتهال احمد العبلاني" userId="9fe0c18a-5347-4991-9e94-5b9e9b1a2438" providerId="ADAL" clId="{5C73037D-050B-49D4-879E-8F8F3A6713C4}" dt="2025-01-26T16:51:51.915" v="15" actId="207"/>
          <ac:spMkLst>
            <pc:docMk/>
            <pc:sldMk cId="0" sldId="270"/>
            <ac:spMk id="25" creationId="{00000000-0000-0000-0000-000000000000}"/>
          </ac:spMkLst>
        </pc:spChg>
        <pc:spChg chg="mod">
          <ac:chgData name="ابتهال احمد العبلاني" userId="9fe0c18a-5347-4991-9e94-5b9e9b1a2438" providerId="ADAL" clId="{5C73037D-050B-49D4-879E-8F8F3A6713C4}" dt="2025-01-26T16:53:30.498" v="27" actId="207"/>
          <ac:spMkLst>
            <pc:docMk/>
            <pc:sldMk cId="0" sldId="270"/>
            <ac:spMk id="26" creationId="{00000000-0000-0000-0000-000000000000}"/>
          </ac:spMkLst>
        </pc:spChg>
        <pc:spChg chg="mod">
          <ac:chgData name="ابتهال احمد العبلاني" userId="9fe0c18a-5347-4991-9e94-5b9e9b1a2438" providerId="ADAL" clId="{5C73037D-050B-49D4-879E-8F8F3A6713C4}" dt="2025-01-26T16:53:26.574" v="26" actId="20577"/>
          <ac:spMkLst>
            <pc:docMk/>
            <pc:sldMk cId="0" sldId="270"/>
            <ac:spMk id="27" creationId="{00000000-0000-0000-0000-000000000000}"/>
          </ac:spMkLst>
        </pc:spChg>
        <pc:spChg chg="mod">
          <ac:chgData name="ابتهال احمد العبلاني" userId="9fe0c18a-5347-4991-9e94-5b9e9b1a2438" providerId="ADAL" clId="{5C73037D-050B-49D4-879E-8F8F3A6713C4}" dt="2025-01-26T16:55:11.507" v="52" actId="207"/>
          <ac:spMkLst>
            <pc:docMk/>
            <pc:sldMk cId="0" sldId="270"/>
            <ac:spMk id="28" creationId="{00000000-0000-0000-0000-000000000000}"/>
          </ac:spMkLst>
        </pc:spChg>
        <pc:spChg chg="mod">
          <ac:chgData name="ابتهال احمد العبلاني" userId="9fe0c18a-5347-4991-9e94-5b9e9b1a2438" providerId="ADAL" clId="{5C73037D-050B-49D4-879E-8F8F3A6713C4}" dt="2025-01-28T11:45:28.283" v="994" actId="1038"/>
          <ac:spMkLst>
            <pc:docMk/>
            <pc:sldMk cId="0" sldId="270"/>
            <ac:spMk id="29" creationId="{00000000-0000-0000-0000-000000000000}"/>
          </ac:spMkLst>
        </pc:spChg>
        <pc:spChg chg="mod">
          <ac:chgData name="ابتهال احمد العبلاني" userId="9fe0c18a-5347-4991-9e94-5b9e9b1a2438" providerId="ADAL" clId="{5C73037D-050B-49D4-879E-8F8F3A6713C4}" dt="2025-01-26T17:56:51.306" v="779" actId="207"/>
          <ac:spMkLst>
            <pc:docMk/>
            <pc:sldMk cId="0" sldId="270"/>
            <ac:spMk id="31" creationId="{00000000-0000-0000-0000-000000000000}"/>
          </ac:spMkLst>
        </pc:spChg>
        <pc:spChg chg="mod">
          <ac:chgData name="ابتهال احمد العبلاني" userId="9fe0c18a-5347-4991-9e94-5b9e9b1a2438" providerId="ADAL" clId="{5C73037D-050B-49D4-879E-8F8F3A6713C4}" dt="2025-01-26T17:56:51.306" v="779" actId="207"/>
          <ac:spMkLst>
            <pc:docMk/>
            <pc:sldMk cId="0" sldId="270"/>
            <ac:spMk id="32" creationId="{00000000-0000-0000-0000-000000000000}"/>
          </ac:spMkLst>
        </pc:spChg>
        <pc:spChg chg="mod">
          <ac:chgData name="ابتهال احمد العبلاني" userId="9fe0c18a-5347-4991-9e94-5b9e9b1a2438" providerId="ADAL" clId="{5C73037D-050B-49D4-879E-8F8F3A6713C4}" dt="2025-01-26T17:56:51.306" v="779" actId="207"/>
          <ac:spMkLst>
            <pc:docMk/>
            <pc:sldMk cId="0" sldId="270"/>
            <ac:spMk id="33" creationId="{00000000-0000-0000-0000-000000000000}"/>
          </ac:spMkLst>
        </pc:spChg>
        <pc:spChg chg="add mod">
          <ac:chgData name="ابتهال احمد العبلاني" userId="9fe0c18a-5347-4991-9e94-5b9e9b1a2438" providerId="ADAL" clId="{5C73037D-050B-49D4-879E-8F8F3A6713C4}" dt="2025-01-26T16:54:12.241" v="39" actId="1076"/>
          <ac:spMkLst>
            <pc:docMk/>
            <pc:sldMk cId="0" sldId="270"/>
            <ac:spMk id="134" creationId="{16C6AB1F-256A-329C-CF3C-A92135A8E366}"/>
          </ac:spMkLst>
        </pc:spChg>
        <pc:spChg chg="add mod">
          <ac:chgData name="ابتهال احمد العبلاني" userId="9fe0c18a-5347-4991-9e94-5b9e9b1a2438" providerId="ADAL" clId="{5C73037D-050B-49D4-879E-8F8F3A6713C4}" dt="2025-01-28T11:27:06.711" v="861" actId="1076"/>
          <ac:spMkLst>
            <pc:docMk/>
            <pc:sldMk cId="0" sldId="270"/>
            <ac:spMk id="136" creationId="{875951CE-AE4F-3F73-A590-3A10FC9F26B5}"/>
          </ac:spMkLst>
        </pc:spChg>
        <pc:spChg chg="mod">
          <ac:chgData name="ابتهال احمد العبلاني" userId="9fe0c18a-5347-4991-9e94-5b9e9b1a2438" providerId="ADAL" clId="{5C73037D-050B-49D4-879E-8F8F3A6713C4}" dt="2025-01-26T16:57:50.876" v="104"/>
          <ac:spMkLst>
            <pc:docMk/>
            <pc:sldMk cId="0" sldId="270"/>
            <ac:spMk id="138" creationId="{B8FB6E0D-EA7C-D733-4329-13DE3CE74386}"/>
          </ac:spMkLst>
        </pc:spChg>
        <pc:spChg chg="mod">
          <ac:chgData name="ابتهال احمد العبلاني" userId="9fe0c18a-5347-4991-9e94-5b9e9b1a2438" providerId="ADAL" clId="{5C73037D-050B-49D4-879E-8F8F3A6713C4}" dt="2025-01-26T16:58:23.815" v="116"/>
          <ac:spMkLst>
            <pc:docMk/>
            <pc:sldMk cId="0" sldId="270"/>
            <ac:spMk id="140" creationId="{9E4BEB39-BA3F-5226-310F-B2B89BC2C775}"/>
          </ac:spMkLst>
        </pc:spChg>
        <pc:spChg chg="add mod">
          <ac:chgData name="ابتهال احمد العبلاني" userId="9fe0c18a-5347-4991-9e94-5b9e9b1a2438" providerId="ADAL" clId="{5C73037D-050B-49D4-879E-8F8F3A6713C4}" dt="2025-01-28T11:28:50.221" v="891" actId="1036"/>
          <ac:spMkLst>
            <pc:docMk/>
            <pc:sldMk cId="0" sldId="270"/>
            <ac:spMk id="141" creationId="{AAEDBC5D-01EA-8EBD-75FD-23E7A8F5894F}"/>
          </ac:spMkLst>
        </pc:spChg>
        <pc:spChg chg="add mod">
          <ac:chgData name="ابتهال احمد العبلاني" userId="9fe0c18a-5347-4991-9e94-5b9e9b1a2438" providerId="ADAL" clId="{5C73037D-050B-49D4-879E-8F8F3A6713C4}" dt="2025-01-28T11:28:50.221" v="891" actId="1036"/>
          <ac:spMkLst>
            <pc:docMk/>
            <pc:sldMk cId="0" sldId="270"/>
            <ac:spMk id="142" creationId="{798876FB-E590-3C03-C884-8B70C04B4635}"/>
          </ac:spMkLst>
        </pc:spChg>
        <pc:spChg chg="add mod">
          <ac:chgData name="ابتهال احمد العبلاني" userId="9fe0c18a-5347-4991-9e94-5b9e9b1a2438" providerId="ADAL" clId="{5C73037D-050B-49D4-879E-8F8F3A6713C4}" dt="2025-01-28T11:28:50.221" v="891" actId="1036"/>
          <ac:spMkLst>
            <pc:docMk/>
            <pc:sldMk cId="0" sldId="270"/>
            <ac:spMk id="144" creationId="{12245288-48DD-16E0-6449-70F6E50C79C8}"/>
          </ac:spMkLst>
        </pc:spChg>
        <pc:grpChg chg="mod">
          <ac:chgData name="ابتهال احمد العبلاني" userId="9fe0c18a-5347-4991-9e94-5b9e9b1a2438" providerId="ADAL" clId="{5C73037D-050B-49D4-879E-8F8F3A6713C4}" dt="2025-01-26T16:49:19.284" v="2" actId="207"/>
          <ac:grpSpMkLst>
            <pc:docMk/>
            <pc:sldMk cId="0" sldId="270"/>
            <ac:grpSpMk id="2" creationId="{00000000-0000-0000-0000-000000000000}"/>
          </ac:grpSpMkLst>
        </pc:grpChg>
        <pc:grpChg chg="mod">
          <ac:chgData name="ابتهال احمد العبلاني" userId="9fe0c18a-5347-4991-9e94-5b9e9b1a2438" providerId="ADAL" clId="{5C73037D-050B-49D4-879E-8F8F3A6713C4}" dt="2025-01-26T16:52:00.072" v="16" actId="207"/>
          <ac:grpSpMkLst>
            <pc:docMk/>
            <pc:sldMk cId="0" sldId="270"/>
            <ac:grpSpMk id="7" creationId="{00000000-0000-0000-0000-000000000000}"/>
          </ac:grpSpMkLst>
        </pc:grpChg>
        <pc:grpChg chg="add mod">
          <ac:chgData name="ابتهال احمد العبلاني" userId="9fe0c18a-5347-4991-9e94-5b9e9b1a2438" providerId="ADAL" clId="{5C73037D-050B-49D4-879E-8F8F3A6713C4}" dt="2025-02-08T14:05:24.293" v="1115" actId="1076"/>
          <ac:grpSpMkLst>
            <pc:docMk/>
            <pc:sldMk cId="0" sldId="270"/>
            <ac:grpSpMk id="137" creationId="{D64B39EB-5BEF-9489-83AB-B8F9177050E8}"/>
          </ac:grpSpMkLst>
        </pc:grpChg>
        <pc:grpChg chg="add mod">
          <ac:chgData name="ابتهال احمد العبلاني" userId="9fe0c18a-5347-4991-9e94-5b9e9b1a2438" providerId="ADAL" clId="{5C73037D-050B-49D4-879E-8F8F3A6713C4}" dt="2025-01-26T16:58:45.195" v="123" actId="1037"/>
          <ac:grpSpMkLst>
            <pc:docMk/>
            <pc:sldMk cId="0" sldId="270"/>
            <ac:grpSpMk id="139" creationId="{8357A6E7-008A-E606-D444-BF648A0C6B56}"/>
          </ac:grpSpMkLst>
        </pc:grpChg>
      </pc:sldChg>
      <pc:sldChg chg="addSp delSp modSp mod">
        <pc:chgData name="ابتهال احمد العبلاني" userId="9fe0c18a-5347-4991-9e94-5b9e9b1a2438" providerId="ADAL" clId="{5C73037D-050B-49D4-879E-8F8F3A6713C4}" dt="2025-01-28T11:39:00.082" v="986" actId="1036"/>
        <pc:sldMkLst>
          <pc:docMk/>
          <pc:sldMk cId="1920102846" sldId="273"/>
        </pc:sldMkLst>
      </pc:sldChg>
      <pc:sldChg chg="addSp delSp modSp mod">
        <pc:chgData name="ابتهال احمد العبلاني" userId="9fe0c18a-5347-4991-9e94-5b9e9b1a2438" providerId="ADAL" clId="{5C73037D-050B-49D4-879E-8F8F3A6713C4}" dt="2025-01-28T11:56:39.781" v="1066" actId="113"/>
        <pc:sldMkLst>
          <pc:docMk/>
          <pc:sldMk cId="0" sldId="274"/>
        </pc:sldMkLst>
      </pc:sldChg>
      <pc:sldChg chg="modSp add del mod">
        <pc:chgData name="ابتهال احمد العبلاني" userId="9fe0c18a-5347-4991-9e94-5b9e9b1a2438" providerId="ADAL" clId="{5C73037D-050B-49D4-879E-8F8F3A6713C4}" dt="2025-01-26T16:59:31.732" v="127" actId="47"/>
        <pc:sldMkLst>
          <pc:docMk/>
          <pc:sldMk cId="351020266" sldId="275"/>
        </pc:sldMkLst>
      </pc:sldChg>
    </pc:docChg>
  </pc:docChgLst>
  <pc:docChgLst>
    <pc:chgData name="ابتهال احمد العبلاني" userId="9fe0c18a-5347-4991-9e94-5b9e9b1a2438" providerId="ADAL" clId="{DCF506AC-90CB-4B54-A1D8-6E41A4960A26}"/>
    <pc:docChg chg="modSld">
      <pc:chgData name="ابتهال احمد العبلاني" userId="9fe0c18a-5347-4991-9e94-5b9e9b1a2438" providerId="ADAL" clId="{DCF506AC-90CB-4B54-A1D8-6E41A4960A26}" dt="2024-12-17T07:54:43.631" v="1" actId="1076"/>
      <pc:docMkLst>
        <pc:docMk/>
      </pc:docMkLst>
      <pc:sldChg chg="modSp mod">
        <pc:chgData name="ابتهال احمد العبلاني" userId="9fe0c18a-5347-4991-9e94-5b9e9b1a2438" providerId="ADAL" clId="{DCF506AC-90CB-4B54-A1D8-6E41A4960A26}" dt="2024-12-17T07:54:43.631" v="1" actId="1076"/>
        <pc:sldMkLst>
          <pc:docMk/>
          <pc:sldMk cId="0" sldId="256"/>
        </pc:sldMkLst>
      </pc:sldChg>
    </pc:docChg>
  </pc:docChgLst>
  <pc:docChgLst>
    <pc:chgData name="ابتهال احمد العبلاني" userId="9fe0c18a-5347-4991-9e94-5b9e9b1a2438" providerId="ADAL" clId="{5E26D95C-B66B-4A93-BCBB-C16DF8F667C8}"/>
    <pc:docChg chg="undo custSel addSld delSld modSld sldOrd">
      <pc:chgData name="ابتهال احمد العبلاني" userId="9fe0c18a-5347-4991-9e94-5b9e9b1a2438" providerId="ADAL" clId="{5E26D95C-B66B-4A93-BCBB-C16DF8F667C8}" dt="2025-01-15T13:18:59.854" v="99" actId="47"/>
      <pc:docMkLst>
        <pc:docMk/>
      </pc:docMkLst>
      <pc:sldChg chg="delSp mod">
        <pc:chgData name="ابتهال احمد العبلاني" userId="9fe0c18a-5347-4991-9e94-5b9e9b1a2438" providerId="ADAL" clId="{5E26D95C-B66B-4A93-BCBB-C16DF8F667C8}" dt="2025-01-15T12:13:39.719" v="1" actId="478"/>
        <pc:sldMkLst>
          <pc:docMk/>
          <pc:sldMk cId="0" sldId="256"/>
        </pc:sldMkLst>
      </pc:sldChg>
      <pc:sldChg chg="del">
        <pc:chgData name="ابتهال احمد العبلاني" userId="9fe0c18a-5347-4991-9e94-5b9e9b1a2438" providerId="ADAL" clId="{5E26D95C-B66B-4A93-BCBB-C16DF8F667C8}" dt="2025-01-15T12:14:00.646" v="2" actId="47"/>
        <pc:sldMkLst>
          <pc:docMk/>
          <pc:sldMk cId="2708622578" sldId="257"/>
        </pc:sldMkLst>
      </pc:sldChg>
      <pc:sldChg chg="addSp modSp">
        <pc:chgData name="ابتهال احمد العبلاني" userId="9fe0c18a-5347-4991-9e94-5b9e9b1a2438" providerId="ADAL" clId="{5E26D95C-B66B-4A93-BCBB-C16DF8F667C8}" dt="2025-01-15T12:14:42.465" v="5"/>
        <pc:sldMkLst>
          <pc:docMk/>
          <pc:sldMk cId="1249055947" sldId="258"/>
        </pc:sldMkLst>
      </pc:sldChg>
      <pc:sldChg chg="del">
        <pc:chgData name="ابتهال احمد العبلاني" userId="9fe0c18a-5347-4991-9e94-5b9e9b1a2438" providerId="ADAL" clId="{5E26D95C-B66B-4A93-BCBB-C16DF8F667C8}" dt="2025-01-15T12:14:02.439" v="3" actId="47"/>
        <pc:sldMkLst>
          <pc:docMk/>
          <pc:sldMk cId="1359831111" sldId="260"/>
        </pc:sldMkLst>
      </pc:sldChg>
      <pc:sldChg chg="new del">
        <pc:chgData name="ابتهال احمد العبلاني" userId="9fe0c18a-5347-4991-9e94-5b9e9b1a2438" providerId="ADAL" clId="{5E26D95C-B66B-4A93-BCBB-C16DF8F667C8}" dt="2025-01-15T12:23:39.143" v="90" actId="47"/>
        <pc:sldMkLst>
          <pc:docMk/>
          <pc:sldMk cId="3606210075" sldId="260"/>
        </pc:sldMkLst>
      </pc:sldChg>
      <pc:sldChg chg="add">
        <pc:chgData name="ابتهال احمد العبلاني" userId="9fe0c18a-5347-4991-9e94-5b9e9b1a2438" providerId="ADAL" clId="{5E26D95C-B66B-4A93-BCBB-C16DF8F667C8}" dt="2025-01-15T12:14:58.601" v="7"/>
        <pc:sldMkLst>
          <pc:docMk/>
          <pc:sldMk cId="0" sldId="261"/>
        </pc:sldMkLst>
      </pc:sldChg>
      <pc:sldChg chg="add del">
        <pc:chgData name="ابتهال احمد العبلاني" userId="9fe0c18a-5347-4991-9e94-5b9e9b1a2438" providerId="ADAL" clId="{5E26D95C-B66B-4A93-BCBB-C16DF8F667C8}" dt="2025-01-15T12:15:28.029" v="10"/>
        <pc:sldMkLst>
          <pc:docMk/>
          <pc:sldMk cId="0" sldId="262"/>
        </pc:sldMkLst>
      </pc:sldChg>
      <pc:sldChg chg="add">
        <pc:chgData name="ابتهال احمد العبلاني" userId="9fe0c18a-5347-4991-9e94-5b9e9b1a2438" providerId="ADAL" clId="{5E26D95C-B66B-4A93-BCBB-C16DF8F667C8}" dt="2025-01-15T12:15:54.664" v="11"/>
        <pc:sldMkLst>
          <pc:docMk/>
          <pc:sldMk cId="0" sldId="263"/>
        </pc:sldMkLst>
      </pc:sldChg>
      <pc:sldChg chg="add">
        <pc:chgData name="ابتهال احمد العبلاني" userId="9fe0c18a-5347-4991-9e94-5b9e9b1a2438" providerId="ADAL" clId="{5E26D95C-B66B-4A93-BCBB-C16DF8F667C8}" dt="2025-01-15T12:16:50.797" v="12"/>
        <pc:sldMkLst>
          <pc:docMk/>
          <pc:sldMk cId="0" sldId="264"/>
        </pc:sldMkLst>
      </pc:sldChg>
      <pc:sldChg chg="add">
        <pc:chgData name="ابتهال احمد العبلاني" userId="9fe0c18a-5347-4991-9e94-5b9e9b1a2438" providerId="ADAL" clId="{5E26D95C-B66B-4A93-BCBB-C16DF8F667C8}" dt="2025-01-15T12:17:01.411" v="13"/>
        <pc:sldMkLst>
          <pc:docMk/>
          <pc:sldMk cId="0" sldId="265"/>
        </pc:sldMkLst>
      </pc:sldChg>
      <pc:sldChg chg="addSp delSp modSp add mod">
        <pc:chgData name="ابتهال احمد العبلاني" userId="9fe0c18a-5347-4991-9e94-5b9e9b1a2438" providerId="ADAL" clId="{5E26D95C-B66B-4A93-BCBB-C16DF8F667C8}" dt="2025-01-15T12:19:28.264" v="77" actId="1037"/>
        <pc:sldMkLst>
          <pc:docMk/>
          <pc:sldMk cId="0" sldId="266"/>
        </pc:sldMkLst>
      </pc:sldChg>
      <pc:sldChg chg="add ord">
        <pc:chgData name="ابتهال احمد العبلاني" userId="9fe0c18a-5347-4991-9e94-5b9e9b1a2438" providerId="ADAL" clId="{5E26D95C-B66B-4A93-BCBB-C16DF8F667C8}" dt="2025-01-15T13:03:29.070" v="93"/>
        <pc:sldMkLst>
          <pc:docMk/>
          <pc:sldMk cId="0" sldId="267"/>
        </pc:sldMkLst>
      </pc:sldChg>
      <pc:sldChg chg="add">
        <pc:chgData name="ابتهال احمد العبلاني" userId="9fe0c18a-5347-4991-9e94-5b9e9b1a2438" providerId="ADAL" clId="{5E26D95C-B66B-4A93-BCBB-C16DF8F667C8}" dt="2025-01-15T12:20:31.367" v="83"/>
        <pc:sldMkLst>
          <pc:docMk/>
          <pc:sldMk cId="0" sldId="268"/>
        </pc:sldMkLst>
      </pc:sldChg>
      <pc:sldChg chg="add">
        <pc:chgData name="ابتهال احمد العبلاني" userId="9fe0c18a-5347-4991-9e94-5b9e9b1a2438" providerId="ADAL" clId="{5E26D95C-B66B-4A93-BCBB-C16DF8F667C8}" dt="2025-01-15T12:20:47.370" v="84"/>
        <pc:sldMkLst>
          <pc:docMk/>
          <pc:sldMk cId="0" sldId="269"/>
        </pc:sldMkLst>
      </pc:sldChg>
      <pc:sldChg chg="add">
        <pc:chgData name="ابتهال احمد العبلاني" userId="9fe0c18a-5347-4991-9e94-5b9e9b1a2438" providerId="ADAL" clId="{5E26D95C-B66B-4A93-BCBB-C16DF8F667C8}" dt="2025-01-15T12:21:07.460" v="85"/>
        <pc:sldMkLst>
          <pc:docMk/>
          <pc:sldMk cId="0" sldId="270"/>
        </pc:sldMkLst>
      </pc:sldChg>
      <pc:sldChg chg="add del">
        <pc:chgData name="ابتهال احمد العبلاني" userId="9fe0c18a-5347-4991-9e94-5b9e9b1a2438" providerId="ADAL" clId="{5E26D95C-B66B-4A93-BCBB-C16DF8F667C8}" dt="2025-01-15T13:04:35.249" v="97" actId="47"/>
        <pc:sldMkLst>
          <pc:docMk/>
          <pc:sldMk cId="0" sldId="271"/>
        </pc:sldMkLst>
      </pc:sldChg>
      <pc:sldChg chg="add del">
        <pc:chgData name="ابتهال احمد العبلاني" userId="9fe0c18a-5347-4991-9e94-5b9e9b1a2438" providerId="ADAL" clId="{5E26D95C-B66B-4A93-BCBB-C16DF8F667C8}" dt="2025-01-15T13:04:00.023" v="95" actId="47"/>
        <pc:sldMkLst>
          <pc:docMk/>
          <pc:sldMk cId="2487604543" sldId="272"/>
        </pc:sldMkLst>
      </pc:sldChg>
      <pc:sldChg chg="delSp add mod">
        <pc:chgData name="ابتهال احمد العبلاني" userId="9fe0c18a-5347-4991-9e94-5b9e9b1a2438" providerId="ADAL" clId="{5E26D95C-B66B-4A93-BCBB-C16DF8F667C8}" dt="2025-01-15T13:03:50.719" v="94" actId="478"/>
        <pc:sldMkLst>
          <pc:docMk/>
          <pc:sldMk cId="0" sldId="273"/>
        </pc:sldMkLst>
      </pc:sldChg>
      <pc:sldChg chg="add del">
        <pc:chgData name="ابتهال احمد العبلاني" userId="9fe0c18a-5347-4991-9e94-5b9e9b1a2438" providerId="ADAL" clId="{5E26D95C-B66B-4A93-BCBB-C16DF8F667C8}" dt="2025-01-15T13:18:59.854" v="99" actId="47"/>
        <pc:sldMkLst>
          <pc:docMk/>
          <pc:sldMk cId="0" sldId="274"/>
        </pc:sldMkLst>
      </pc:sldChg>
      <pc:sldChg chg="add">
        <pc:chgData name="ابتهال احمد العبلاني" userId="9fe0c18a-5347-4991-9e94-5b9e9b1a2438" providerId="ADAL" clId="{5E26D95C-B66B-4A93-BCBB-C16DF8F667C8}" dt="2025-01-15T13:18:54.009" v="98"/>
        <pc:sldMkLst>
          <pc:docMk/>
          <pc:sldMk cId="0" sldId="275"/>
        </pc:sldMkLst>
      </pc:sldChg>
    </pc:docChg>
  </pc:docChgLst>
  <pc:docChgLst>
    <pc:chgData name="ابتهال احمد العبلاني" userId="9fe0c18a-5347-4991-9e94-5b9e9b1a2438" providerId="ADAL" clId="{20FE9F13-4060-4B08-91E2-5C02A17B862F}"/>
    <pc:docChg chg="undo custSel delSld modSld">
      <pc:chgData name="ابتهال احمد العبلاني" userId="9fe0c18a-5347-4991-9e94-5b9e9b1a2438" providerId="ADAL" clId="{20FE9F13-4060-4B08-91E2-5C02A17B862F}" dt="2025-04-07T07:21:32.820" v="335" actId="207"/>
      <pc:docMkLst>
        <pc:docMk/>
      </pc:docMkLst>
      <pc:sldChg chg="del">
        <pc:chgData name="ابتهال احمد العبلاني" userId="9fe0c18a-5347-4991-9e94-5b9e9b1a2438" providerId="ADAL" clId="{20FE9F13-4060-4B08-91E2-5C02A17B862F}" dt="2025-04-07T07:14:47.216" v="257" actId="47"/>
        <pc:sldMkLst>
          <pc:docMk/>
          <pc:sldMk cId="0" sldId="256"/>
        </pc:sldMkLst>
      </pc:sldChg>
      <pc:sldChg chg="del">
        <pc:chgData name="ابتهال احمد العبلاني" userId="9fe0c18a-5347-4991-9e94-5b9e9b1a2438" providerId="ADAL" clId="{20FE9F13-4060-4B08-91E2-5C02A17B862F}" dt="2025-04-07T07:15:00.702" v="265" actId="47"/>
        <pc:sldMkLst>
          <pc:docMk/>
          <pc:sldMk cId="2708622578" sldId="257"/>
        </pc:sldMkLst>
      </pc:sldChg>
      <pc:sldChg chg="del">
        <pc:chgData name="ابتهال احمد العبلاني" userId="9fe0c18a-5347-4991-9e94-5b9e9b1a2438" providerId="ADAL" clId="{20FE9F13-4060-4B08-91E2-5C02A17B862F}" dt="2025-04-07T07:14:56.901" v="263" actId="47"/>
        <pc:sldMkLst>
          <pc:docMk/>
          <pc:sldMk cId="1249055947" sldId="258"/>
        </pc:sldMkLst>
      </pc:sldChg>
      <pc:sldChg chg="del">
        <pc:chgData name="ابتهال احمد العبلاني" userId="9fe0c18a-5347-4991-9e94-5b9e9b1a2438" providerId="ADAL" clId="{20FE9F13-4060-4B08-91E2-5C02A17B862F}" dt="2025-04-07T07:14:48.739" v="258" actId="47"/>
        <pc:sldMkLst>
          <pc:docMk/>
          <pc:sldMk cId="4111755509" sldId="259"/>
        </pc:sldMkLst>
      </pc:sldChg>
      <pc:sldChg chg="del">
        <pc:chgData name="ابتهال احمد العبلاني" userId="9fe0c18a-5347-4991-9e94-5b9e9b1a2438" providerId="ADAL" clId="{20FE9F13-4060-4B08-91E2-5C02A17B862F}" dt="2025-04-07T07:15:03.405" v="266" actId="47"/>
        <pc:sldMkLst>
          <pc:docMk/>
          <pc:sldMk cId="1359831111" sldId="260"/>
        </pc:sldMkLst>
      </pc:sldChg>
      <pc:sldChg chg="del">
        <pc:chgData name="ابتهال احمد العبلاني" userId="9fe0c18a-5347-4991-9e94-5b9e9b1a2438" providerId="ADAL" clId="{20FE9F13-4060-4B08-91E2-5C02A17B862F}" dt="2025-04-07T07:14:50.307" v="259" actId="47"/>
        <pc:sldMkLst>
          <pc:docMk/>
          <pc:sldMk cId="0" sldId="267"/>
        </pc:sldMkLst>
      </pc:sldChg>
      <pc:sldChg chg="del">
        <pc:chgData name="ابتهال احمد العبلاني" userId="9fe0c18a-5347-4991-9e94-5b9e9b1a2438" providerId="ADAL" clId="{20FE9F13-4060-4B08-91E2-5C02A17B862F}" dt="2025-04-07T07:14:53.492" v="261" actId="47"/>
        <pc:sldMkLst>
          <pc:docMk/>
          <pc:sldMk cId="613095122" sldId="268"/>
        </pc:sldMkLst>
      </pc:sldChg>
      <pc:sldChg chg="del">
        <pc:chgData name="ابتهال احمد العبلاني" userId="9fe0c18a-5347-4991-9e94-5b9e9b1a2438" providerId="ADAL" clId="{20FE9F13-4060-4B08-91E2-5C02A17B862F}" dt="2025-04-07T07:14:55.065" v="262" actId="47"/>
        <pc:sldMkLst>
          <pc:docMk/>
          <pc:sldMk cId="2078004636" sldId="269"/>
        </pc:sldMkLst>
      </pc:sldChg>
      <pc:sldChg chg="addSp delSp modSp mod">
        <pc:chgData name="ابتهال احمد العبلاني" userId="9fe0c18a-5347-4991-9e94-5b9e9b1a2438" providerId="ADAL" clId="{20FE9F13-4060-4B08-91E2-5C02A17B862F}" dt="2025-04-07T07:21:32.820" v="335" actId="207"/>
        <pc:sldMkLst>
          <pc:docMk/>
          <pc:sldMk cId="0" sldId="270"/>
        </pc:sldMkLst>
        <pc:spChg chg="add mod">
          <ac:chgData name="ابتهال احمد العبلاني" userId="9fe0c18a-5347-4991-9e94-5b9e9b1a2438" providerId="ADAL" clId="{20FE9F13-4060-4B08-91E2-5C02A17B862F}" dt="2025-04-07T07:19:04.523" v="332" actId="1036"/>
          <ac:spMkLst>
            <pc:docMk/>
            <pc:sldMk cId="0" sldId="270"/>
            <ac:spMk id="9" creationId="{E5C0B747-CC90-CEAF-E648-134AF3722D12}"/>
          </ac:spMkLst>
        </pc:spChg>
        <pc:spChg chg="add mod">
          <ac:chgData name="ابتهال احمد العبلاني" userId="9fe0c18a-5347-4991-9e94-5b9e9b1a2438" providerId="ADAL" clId="{20FE9F13-4060-4B08-91E2-5C02A17B862F}" dt="2025-04-07T07:19:04.523" v="332" actId="1036"/>
          <ac:spMkLst>
            <pc:docMk/>
            <pc:sldMk cId="0" sldId="270"/>
            <ac:spMk id="10" creationId="{AD7F8415-D08C-0430-1DF9-57F3F397A489}"/>
          </ac:spMkLst>
        </pc:spChg>
        <pc:spChg chg="add mod">
          <ac:chgData name="ابتهال احمد العبلاني" userId="9fe0c18a-5347-4991-9e94-5b9e9b1a2438" providerId="ADAL" clId="{20FE9F13-4060-4B08-91E2-5C02A17B862F}" dt="2025-04-07T07:19:04.523" v="332" actId="1036"/>
          <ac:spMkLst>
            <pc:docMk/>
            <pc:sldMk cId="0" sldId="270"/>
            <ac:spMk id="11" creationId="{49B8C32C-805D-1360-50E1-0631E1BC8D45}"/>
          </ac:spMkLst>
        </pc:spChg>
        <pc:spChg chg="add mod">
          <ac:chgData name="ابتهال احمد العبلاني" userId="9fe0c18a-5347-4991-9e94-5b9e9b1a2438" providerId="ADAL" clId="{20FE9F13-4060-4B08-91E2-5C02A17B862F}" dt="2025-04-07T07:16:36.895" v="274" actId="1038"/>
          <ac:spMkLst>
            <pc:docMk/>
            <pc:sldMk cId="0" sldId="270"/>
            <ac:spMk id="13" creationId="{4C3C93B5-804B-03E2-54B6-060AF581DCC3}"/>
          </ac:spMkLst>
        </pc:spChg>
        <pc:spChg chg="add mod">
          <ac:chgData name="ابتهال احمد العبلاني" userId="9fe0c18a-5347-4991-9e94-5b9e9b1a2438" providerId="ADAL" clId="{20FE9F13-4060-4B08-91E2-5C02A17B862F}" dt="2025-04-07T07:16:32.783" v="271" actId="14100"/>
          <ac:spMkLst>
            <pc:docMk/>
            <pc:sldMk cId="0" sldId="270"/>
            <ac:spMk id="14" creationId="{EC9BC47F-FCD3-6B7A-8496-5F64173F235E}"/>
          </ac:spMkLst>
        </pc:spChg>
        <pc:spChg chg="add mod">
          <ac:chgData name="ابتهال احمد العبلاني" userId="9fe0c18a-5347-4991-9e94-5b9e9b1a2438" providerId="ADAL" clId="{20FE9F13-4060-4B08-91E2-5C02A17B862F}" dt="2025-04-07T07:17:00.782" v="288" actId="20577"/>
          <ac:spMkLst>
            <pc:docMk/>
            <pc:sldMk cId="0" sldId="270"/>
            <ac:spMk id="15" creationId="{972260C1-6F04-3594-B9E6-5586224579F8}"/>
          </ac:spMkLst>
        </pc:spChg>
        <pc:spChg chg="add mod">
          <ac:chgData name="ابتهال احمد العبلاني" userId="9fe0c18a-5347-4991-9e94-5b9e9b1a2438" providerId="ADAL" clId="{20FE9F13-4060-4B08-91E2-5C02A17B862F}" dt="2025-04-07T07:21:32.820" v="335" actId="207"/>
          <ac:spMkLst>
            <pc:docMk/>
            <pc:sldMk cId="0" sldId="270"/>
            <ac:spMk id="16" creationId="{01D88AF2-59F2-6E6A-FA15-BC52A119040F}"/>
          </ac:spMkLst>
        </pc:spChg>
        <pc:spChg chg="add mod">
          <ac:chgData name="ابتهال احمد العبلاني" userId="9fe0c18a-5347-4991-9e94-5b9e9b1a2438" providerId="ADAL" clId="{20FE9F13-4060-4B08-91E2-5C02A17B862F}" dt="2025-04-07T07:17:29.774" v="290" actId="1076"/>
          <ac:spMkLst>
            <pc:docMk/>
            <pc:sldMk cId="0" sldId="270"/>
            <ac:spMk id="21" creationId="{B43308D2-F59C-1FA9-EE9A-16956678E6E7}"/>
          </ac:spMkLst>
        </pc:spChg>
        <pc:spChg chg="mod">
          <ac:chgData name="ابتهال احمد العبلاني" userId="9fe0c18a-5347-4991-9e94-5b9e9b1a2438" providerId="ADAL" clId="{20FE9F13-4060-4B08-91E2-5C02A17B862F}" dt="2025-04-07T07:14:13.743" v="235" actId="20577"/>
          <ac:spMkLst>
            <pc:docMk/>
            <pc:sldMk cId="0" sldId="270"/>
            <ac:spMk id="27" creationId="{00000000-0000-0000-0000-000000000000}"/>
          </ac:spMkLst>
        </pc:spChg>
        <pc:spChg chg="mod">
          <ac:chgData name="ابتهال احمد العبلاني" userId="9fe0c18a-5347-4991-9e94-5b9e9b1a2438" providerId="ADAL" clId="{20FE9F13-4060-4B08-91E2-5C02A17B862F}" dt="2025-04-07T07:17:35.494" v="292" actId="14100"/>
          <ac:spMkLst>
            <pc:docMk/>
            <pc:sldMk cId="0" sldId="270"/>
            <ac:spMk id="29" creationId="{00000000-0000-0000-0000-000000000000}"/>
          </ac:spMkLst>
        </pc:spChg>
        <pc:spChg chg="add mod">
          <ac:chgData name="ابتهال احمد العبلاني" userId="9fe0c18a-5347-4991-9e94-5b9e9b1a2438" providerId="ADAL" clId="{20FE9F13-4060-4B08-91E2-5C02A17B862F}" dt="2025-04-07T07:17:29.774" v="290" actId="1076"/>
          <ac:spMkLst>
            <pc:docMk/>
            <pc:sldMk cId="0" sldId="270"/>
            <ac:spMk id="30" creationId="{6144B987-C9CC-F092-8557-0060058DB86F}"/>
          </ac:spMkLst>
        </pc:spChg>
        <pc:spChg chg="mod">
          <ac:chgData name="ابتهال احمد العبلاني" userId="9fe0c18a-5347-4991-9e94-5b9e9b1a2438" providerId="ADAL" clId="{20FE9F13-4060-4B08-91E2-5C02A17B862F}" dt="2025-04-07T07:11:52.582" v="58" actId="20577"/>
          <ac:spMkLst>
            <pc:docMk/>
            <pc:sldMk cId="0" sldId="270"/>
            <ac:spMk id="31" creationId="{00000000-0000-0000-0000-000000000000}"/>
          </ac:spMkLst>
        </pc:spChg>
        <pc:spChg chg="mod">
          <ac:chgData name="ابتهال احمد العبلاني" userId="9fe0c18a-5347-4991-9e94-5b9e9b1a2438" providerId="ADAL" clId="{20FE9F13-4060-4B08-91E2-5C02A17B862F}" dt="2025-04-07T07:12:04.929" v="77" actId="1076"/>
          <ac:spMkLst>
            <pc:docMk/>
            <pc:sldMk cId="0" sldId="270"/>
            <ac:spMk id="32" creationId="{00000000-0000-0000-0000-000000000000}"/>
          </ac:spMkLst>
        </pc:spChg>
        <pc:spChg chg="add mod">
          <ac:chgData name="ابتهال احمد العبلاني" userId="9fe0c18a-5347-4991-9e94-5b9e9b1a2438" providerId="ADAL" clId="{20FE9F13-4060-4B08-91E2-5C02A17B862F}" dt="2025-04-07T07:19:09.322" v="333" actId="1035"/>
          <ac:spMkLst>
            <pc:docMk/>
            <pc:sldMk cId="0" sldId="270"/>
            <ac:spMk id="35" creationId="{51CB585B-60E9-00D0-FBD1-63D8B7C42ADC}"/>
          </ac:spMkLst>
        </pc:spChg>
        <pc:spChg chg="add mod">
          <ac:chgData name="ابتهال احمد العبلاني" userId="9fe0c18a-5347-4991-9e94-5b9e9b1a2438" providerId="ADAL" clId="{20FE9F13-4060-4B08-91E2-5C02A17B862F}" dt="2025-04-07T07:19:11.014" v="334" actId="1035"/>
          <ac:spMkLst>
            <pc:docMk/>
            <pc:sldMk cId="0" sldId="270"/>
            <ac:spMk id="36" creationId="{23638ADA-DB84-E38E-D2B9-DDA57F76294F}"/>
          </ac:spMkLst>
        </pc:spChg>
        <pc:spChg chg="mod">
          <ac:chgData name="ابتهال احمد العبلاني" userId="9fe0c18a-5347-4991-9e94-5b9e9b1a2438" providerId="ADAL" clId="{20FE9F13-4060-4B08-91E2-5C02A17B862F}" dt="2025-04-07T07:14:19.166" v="237"/>
          <ac:spMkLst>
            <pc:docMk/>
            <pc:sldMk cId="0" sldId="270"/>
            <ac:spMk id="37" creationId="{00000000-0000-0000-0000-000000000000}"/>
          </ac:spMkLst>
        </pc:spChg>
        <pc:spChg chg="mod">
          <ac:chgData name="ابتهال احمد العبلاني" userId="9fe0c18a-5347-4991-9e94-5b9e9b1a2438" providerId="ADAL" clId="{20FE9F13-4060-4B08-91E2-5C02A17B862F}" dt="2025-04-07T07:11:24.270" v="29" actId="1076"/>
          <ac:spMkLst>
            <pc:docMk/>
            <pc:sldMk cId="0" sldId="270"/>
            <ac:spMk id="136" creationId="{875951CE-AE4F-3F73-A590-3A10FC9F26B5}"/>
          </ac:spMkLst>
        </pc:spChg>
        <pc:spChg chg="mod">
          <ac:chgData name="ابتهال احمد العبلاني" userId="9fe0c18a-5347-4991-9e94-5b9e9b1a2438" providerId="ADAL" clId="{20FE9F13-4060-4B08-91E2-5C02A17B862F}" dt="2025-04-07T07:18:39.092" v="328" actId="1036"/>
          <ac:spMkLst>
            <pc:docMk/>
            <pc:sldMk cId="0" sldId="270"/>
            <ac:spMk id="141" creationId="{AAEDBC5D-01EA-8EBD-75FD-23E7A8F5894F}"/>
          </ac:spMkLst>
        </pc:spChg>
        <pc:spChg chg="mod">
          <ac:chgData name="ابتهال احمد العبلاني" userId="9fe0c18a-5347-4991-9e94-5b9e9b1a2438" providerId="ADAL" clId="{20FE9F13-4060-4B08-91E2-5C02A17B862F}" dt="2025-04-07T07:19:04.523" v="332" actId="1036"/>
          <ac:spMkLst>
            <pc:docMk/>
            <pc:sldMk cId="0" sldId="270"/>
            <ac:spMk id="142" creationId="{798876FB-E590-3C03-C884-8B70C04B4635}"/>
          </ac:spMkLst>
        </pc:spChg>
        <pc:spChg chg="mod">
          <ac:chgData name="ابتهال احمد العبلاني" userId="9fe0c18a-5347-4991-9e94-5b9e9b1a2438" providerId="ADAL" clId="{20FE9F13-4060-4B08-91E2-5C02A17B862F}" dt="2025-04-07T07:18:39.092" v="328" actId="1036"/>
          <ac:spMkLst>
            <pc:docMk/>
            <pc:sldMk cId="0" sldId="270"/>
            <ac:spMk id="144" creationId="{12245288-48DD-16E0-6449-70F6E50C79C8}"/>
          </ac:spMkLst>
        </pc:spChg>
        <pc:grpChg chg="mod">
          <ac:chgData name="ابتهال احمد العبلاني" userId="9fe0c18a-5347-4991-9e94-5b9e9b1a2438" providerId="ADAL" clId="{20FE9F13-4060-4B08-91E2-5C02A17B862F}" dt="2025-04-07T07:12:48.891" v="119" actId="1038"/>
          <ac:grpSpMkLst>
            <pc:docMk/>
            <pc:sldMk cId="0" sldId="270"/>
            <ac:grpSpMk id="2" creationId="{00000000-0000-0000-0000-000000000000}"/>
          </ac:grpSpMkLst>
        </pc:grpChg>
        <pc:grpChg chg="mod">
          <ac:chgData name="ابتهال احمد العبلاني" userId="9fe0c18a-5347-4991-9e94-5b9e9b1a2438" providerId="ADAL" clId="{20FE9F13-4060-4B08-91E2-5C02A17B862F}" dt="2025-04-07T07:12:52.064" v="120" actId="1038"/>
          <ac:grpSpMkLst>
            <pc:docMk/>
            <pc:sldMk cId="0" sldId="270"/>
            <ac:grpSpMk id="137" creationId="{D64B39EB-5BEF-9489-83AB-B8F9177050E8}"/>
          </ac:grpSpMkLst>
        </pc:grpChg>
      </pc:sldChg>
      <pc:sldChg chg="del">
        <pc:chgData name="ابتهال احمد العبلاني" userId="9fe0c18a-5347-4991-9e94-5b9e9b1a2438" providerId="ADAL" clId="{20FE9F13-4060-4B08-91E2-5C02A17B862F}" dt="2025-04-07T07:14:51.845" v="260" actId="47"/>
        <pc:sldMkLst>
          <pc:docMk/>
          <pc:sldMk cId="1920102846" sldId="273"/>
        </pc:sldMkLst>
      </pc:sldChg>
      <pc:sldChg chg="del">
        <pc:chgData name="ابتهال احمد العبلاني" userId="9fe0c18a-5347-4991-9e94-5b9e9b1a2438" providerId="ADAL" clId="{20FE9F13-4060-4B08-91E2-5C02A17B862F}" dt="2025-04-07T07:14:58.912" v="264" actId="47"/>
        <pc:sldMkLst>
          <pc:docMk/>
          <pc:sldMk cId="0" sldId="274"/>
        </pc:sldMkLst>
      </pc:sldChg>
    </pc:docChg>
  </pc:docChgLst>
  <pc:docChgLst>
    <pc:chgData name="ابتهال احمد العبلاني" userId="9fe0c18a-5347-4991-9e94-5b9e9b1a2438" providerId="ADAL" clId="{B3ECA002-7EF3-4A5C-BA51-4ECE3AD76AC7}"/>
    <pc:docChg chg="undo custSel modSld">
      <pc:chgData name="ابتهال احمد العبلاني" userId="9fe0c18a-5347-4991-9e94-5b9e9b1a2438" providerId="ADAL" clId="{B3ECA002-7EF3-4A5C-BA51-4ECE3AD76AC7}" dt="2025-01-14T05:43:11.332" v="19" actId="20577"/>
      <pc:docMkLst>
        <pc:docMk/>
      </pc:docMkLst>
      <pc:sldChg chg="modSp mod">
        <pc:chgData name="ابتهال احمد العبلاني" userId="9fe0c18a-5347-4991-9e94-5b9e9b1a2438" providerId="ADAL" clId="{B3ECA002-7EF3-4A5C-BA51-4ECE3AD76AC7}" dt="2025-01-14T05:43:11.332" v="19" actId="20577"/>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en-US"/>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4A5F691C-5A01-43B5-8CB7-D0049737898E}" type="datetimeFigureOut">
              <a:rPr lang="en-US" smtClean="0"/>
              <a:t>4/22/2026</a:t>
            </a:fld>
            <a:endParaRPr lang="en-US"/>
          </a:p>
        </p:txBody>
      </p:sp>
      <p:sp>
        <p:nvSpPr>
          <p:cNvPr id="4" name="عنصر نائب لصورة الشريحة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1" anchor="ctr"/>
          <a:lstStyle/>
          <a:p>
            <a:endParaRPr lang="en-US"/>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en-US"/>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A8674C72-F6B7-4EB5-A506-7A5488CB3CBB}" type="slidenum">
              <a:rPr lang="en-US" smtClean="0"/>
              <a:t>‹#›</a:t>
            </a:fld>
            <a:endParaRPr lang="en-US"/>
          </a:p>
        </p:txBody>
      </p:sp>
    </p:spTree>
    <p:extLst>
      <p:ext uri="{BB962C8B-B14F-4D97-AF65-F5344CB8AC3E}">
        <p14:creationId xmlns:p14="http://schemas.microsoft.com/office/powerpoint/2010/main" val="367639258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jpe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329585" y="3307863"/>
            <a:ext cx="7803116" cy="15315248"/>
            <a:chOff x="0" y="-20926"/>
            <a:chExt cx="1439147" cy="2744320"/>
          </a:xfrm>
          <a:solidFill>
            <a:srgbClr val="F4F1EB"/>
          </a:solidFill>
        </p:grpSpPr>
        <p:sp>
          <p:nvSpPr>
            <p:cNvPr id="3" name="Freeform 3"/>
            <p:cNvSpPr/>
            <p:nvPr/>
          </p:nvSpPr>
          <p:spPr>
            <a:xfrm>
              <a:off x="0" y="0"/>
              <a:ext cx="1345513" cy="2723394"/>
            </a:xfrm>
            <a:custGeom>
              <a:avLst/>
              <a:gdLst/>
              <a:ahLst/>
              <a:cxnLst/>
              <a:rect l="l" t="t" r="r" b="b"/>
              <a:pathLst>
                <a:path w="1345513" h="2723394">
                  <a:moveTo>
                    <a:pt x="0" y="0"/>
                  </a:moveTo>
                  <a:lnTo>
                    <a:pt x="1345513" y="0"/>
                  </a:lnTo>
                  <a:lnTo>
                    <a:pt x="1345513" y="2723394"/>
                  </a:lnTo>
                  <a:lnTo>
                    <a:pt x="0" y="2723394"/>
                  </a:lnTo>
                  <a:close/>
                </a:path>
              </a:pathLst>
            </a:custGeom>
            <a:grpFill/>
          </p:spPr>
          <p:txBody>
            <a:bodyPr/>
            <a:lstStyle/>
            <a:p>
              <a:endParaRPr lang="ar-SA"/>
            </a:p>
          </p:txBody>
        </p:sp>
        <p:sp>
          <p:nvSpPr>
            <p:cNvPr id="4" name="TextBox 4"/>
            <p:cNvSpPr txBox="1"/>
            <p:nvPr/>
          </p:nvSpPr>
          <p:spPr>
            <a:xfrm>
              <a:off x="93634" y="-20926"/>
              <a:ext cx="1345513" cy="2728339"/>
            </a:xfrm>
            <a:prstGeom prst="rect">
              <a:avLst/>
            </a:prstGeom>
            <a:grpFill/>
          </p:spPr>
          <p:txBody>
            <a:bodyPr lIns="50800" tIns="50800" rIns="50800" bIns="50800" rtlCol="0" anchor="ctr"/>
            <a:lstStyle/>
            <a:p>
              <a:pPr algn="ctr">
                <a:lnSpc>
                  <a:spcPts val="4153"/>
                </a:lnSpc>
              </a:pPr>
              <a:endParaRPr/>
            </a:p>
          </p:txBody>
        </p:sp>
      </p:grpSp>
      <p:grpSp>
        <p:nvGrpSpPr>
          <p:cNvPr id="7" name="Group 7"/>
          <p:cNvGrpSpPr>
            <a:grpSpLocks noChangeAspect="1"/>
          </p:cNvGrpSpPr>
          <p:nvPr/>
        </p:nvGrpSpPr>
        <p:grpSpPr>
          <a:xfrm>
            <a:off x="14280763" y="7891085"/>
            <a:ext cx="413620" cy="413651"/>
            <a:chOff x="0" y="0"/>
            <a:chExt cx="623202" cy="623252"/>
          </a:xfrm>
          <a:solidFill>
            <a:srgbClr val="9F8B5D"/>
          </a:solidFill>
        </p:grpSpPr>
        <p:sp>
          <p:nvSpPr>
            <p:cNvPr id="8" name="Freeform 8"/>
            <p:cNvSpPr/>
            <p:nvPr/>
          </p:nvSpPr>
          <p:spPr>
            <a:xfrm>
              <a:off x="0" y="-127"/>
              <a:ext cx="626364" cy="623316"/>
            </a:xfrm>
            <a:custGeom>
              <a:avLst/>
              <a:gdLst/>
              <a:ahLst/>
              <a:cxnLst/>
              <a:rect l="l" t="t" r="r" b="b"/>
              <a:pathLst>
                <a:path w="626364" h="623316">
                  <a:moveTo>
                    <a:pt x="361061" y="127"/>
                  </a:moveTo>
                  <a:lnTo>
                    <a:pt x="204343" y="155956"/>
                  </a:lnTo>
                  <a:cubicBezTo>
                    <a:pt x="203454" y="155829"/>
                    <a:pt x="203200" y="155956"/>
                    <a:pt x="202438" y="155956"/>
                  </a:cubicBezTo>
                  <a:cubicBezTo>
                    <a:pt x="176657" y="155956"/>
                    <a:pt x="155702" y="176911"/>
                    <a:pt x="155702" y="202692"/>
                  </a:cubicBezTo>
                  <a:cubicBezTo>
                    <a:pt x="155702" y="228473"/>
                    <a:pt x="176657" y="249428"/>
                    <a:pt x="202438" y="249428"/>
                  </a:cubicBezTo>
                  <a:cubicBezTo>
                    <a:pt x="228219" y="249428"/>
                    <a:pt x="249174" y="228473"/>
                    <a:pt x="249174" y="202692"/>
                  </a:cubicBezTo>
                  <a:lnTo>
                    <a:pt x="249301" y="201549"/>
                  </a:lnTo>
                  <a:lnTo>
                    <a:pt x="386334" y="62484"/>
                  </a:lnTo>
                  <a:lnTo>
                    <a:pt x="404876" y="62484"/>
                  </a:lnTo>
                  <a:lnTo>
                    <a:pt x="467106" y="127"/>
                  </a:lnTo>
                  <a:close/>
                  <a:moveTo>
                    <a:pt x="511937" y="127"/>
                  </a:moveTo>
                  <a:lnTo>
                    <a:pt x="495554" y="2794"/>
                  </a:lnTo>
                  <a:lnTo>
                    <a:pt x="403860" y="95504"/>
                  </a:lnTo>
                  <a:lnTo>
                    <a:pt x="527558" y="219202"/>
                  </a:lnTo>
                  <a:lnTo>
                    <a:pt x="614172" y="133477"/>
                  </a:lnTo>
                  <a:cubicBezTo>
                    <a:pt x="626364" y="121031"/>
                    <a:pt x="626364" y="101092"/>
                    <a:pt x="614172" y="88646"/>
                  </a:cubicBezTo>
                  <a:lnTo>
                    <a:pt x="534289" y="8890"/>
                  </a:lnTo>
                  <a:cubicBezTo>
                    <a:pt x="528320" y="3048"/>
                    <a:pt x="520319" y="0"/>
                    <a:pt x="511937" y="127"/>
                  </a:cubicBezTo>
                  <a:moveTo>
                    <a:pt x="370840" y="128651"/>
                  </a:moveTo>
                  <a:lnTo>
                    <a:pt x="31115" y="468503"/>
                  </a:lnTo>
                  <a:lnTo>
                    <a:pt x="0" y="623316"/>
                  </a:lnTo>
                  <a:lnTo>
                    <a:pt x="154813" y="592201"/>
                  </a:lnTo>
                  <a:lnTo>
                    <a:pt x="494411" y="252349"/>
                  </a:lnTo>
                  <a:close/>
                  <a:moveTo>
                    <a:pt x="137287" y="450088"/>
                  </a:moveTo>
                  <a:lnTo>
                    <a:pt x="173355" y="486156"/>
                  </a:lnTo>
                  <a:lnTo>
                    <a:pt x="124587" y="534797"/>
                  </a:lnTo>
                  <a:lnTo>
                    <a:pt x="79756" y="543560"/>
                  </a:lnTo>
                  <a:lnTo>
                    <a:pt x="88519" y="498729"/>
                  </a:lnTo>
                  <a:close/>
                </a:path>
              </a:pathLst>
            </a:custGeom>
            <a:grpFill/>
          </p:spPr>
          <p:txBody>
            <a:bodyPr/>
            <a:lstStyle/>
            <a:p>
              <a:endParaRPr lang="ar-SA" dirty="0"/>
            </a:p>
          </p:txBody>
        </p:sp>
      </p:grpSp>
      <p:sp>
        <p:nvSpPr>
          <p:cNvPr id="18" name="Freeform 18"/>
          <p:cNvSpPr/>
          <p:nvPr/>
        </p:nvSpPr>
        <p:spPr>
          <a:xfrm>
            <a:off x="12229725" y="18844594"/>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19" name="Freeform 19"/>
          <p:cNvSpPr/>
          <p:nvPr/>
        </p:nvSpPr>
        <p:spPr>
          <a:xfrm>
            <a:off x="6400336" y="3862121"/>
            <a:ext cx="602315" cy="602315"/>
          </a:xfrm>
          <a:custGeom>
            <a:avLst/>
            <a:gdLst/>
            <a:ahLst/>
            <a:cxnLst/>
            <a:rect l="l" t="t" r="r" b="b"/>
            <a:pathLst>
              <a:path w="602315" h="602315">
                <a:moveTo>
                  <a:pt x="0" y="0"/>
                </a:moveTo>
                <a:lnTo>
                  <a:pt x="602315" y="0"/>
                </a:lnTo>
                <a:lnTo>
                  <a:pt x="602315" y="602315"/>
                </a:lnTo>
                <a:lnTo>
                  <a:pt x="0" y="6023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20" name="Freeform 20"/>
          <p:cNvSpPr/>
          <p:nvPr/>
        </p:nvSpPr>
        <p:spPr>
          <a:xfrm>
            <a:off x="6464806" y="8977299"/>
            <a:ext cx="756840" cy="756840"/>
          </a:xfrm>
          <a:custGeom>
            <a:avLst/>
            <a:gdLst/>
            <a:ahLst/>
            <a:cxnLst/>
            <a:rect l="l" t="t" r="r" b="b"/>
            <a:pathLst>
              <a:path w="756840" h="756840">
                <a:moveTo>
                  <a:pt x="0" y="0"/>
                </a:moveTo>
                <a:lnTo>
                  <a:pt x="756840" y="0"/>
                </a:lnTo>
                <a:lnTo>
                  <a:pt x="756840" y="756840"/>
                </a:lnTo>
                <a:lnTo>
                  <a:pt x="0" y="75684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22" name="Freeform 22"/>
          <p:cNvSpPr/>
          <p:nvPr/>
        </p:nvSpPr>
        <p:spPr>
          <a:xfrm>
            <a:off x="12173723" y="19660850"/>
            <a:ext cx="635281" cy="635281"/>
          </a:xfrm>
          <a:custGeom>
            <a:avLst/>
            <a:gdLst/>
            <a:ahLst/>
            <a:cxnLst/>
            <a:rect l="l" t="t" r="r" b="b"/>
            <a:pathLst>
              <a:path w="635281" h="635281">
                <a:moveTo>
                  <a:pt x="0" y="0"/>
                </a:moveTo>
                <a:lnTo>
                  <a:pt x="635281" y="0"/>
                </a:lnTo>
                <a:lnTo>
                  <a:pt x="635281" y="635280"/>
                </a:lnTo>
                <a:lnTo>
                  <a:pt x="0" y="63528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SA"/>
          </a:p>
        </p:txBody>
      </p:sp>
      <p:sp>
        <p:nvSpPr>
          <p:cNvPr id="23" name="Freeform 23"/>
          <p:cNvSpPr/>
          <p:nvPr/>
        </p:nvSpPr>
        <p:spPr>
          <a:xfrm>
            <a:off x="12125922" y="20411206"/>
            <a:ext cx="663080" cy="663080"/>
          </a:xfrm>
          <a:custGeom>
            <a:avLst/>
            <a:gdLst/>
            <a:ahLst/>
            <a:cxnLst/>
            <a:rect l="l" t="t" r="r" b="b"/>
            <a:pathLst>
              <a:path w="663080" h="663080">
                <a:moveTo>
                  <a:pt x="0" y="0"/>
                </a:moveTo>
                <a:lnTo>
                  <a:pt x="663080" y="0"/>
                </a:lnTo>
                <a:lnTo>
                  <a:pt x="663080" y="663080"/>
                </a:lnTo>
                <a:lnTo>
                  <a:pt x="0" y="66308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SA"/>
          </a:p>
        </p:txBody>
      </p:sp>
      <p:sp>
        <p:nvSpPr>
          <p:cNvPr id="24" name="TextBox 24"/>
          <p:cNvSpPr txBox="1"/>
          <p:nvPr/>
        </p:nvSpPr>
        <p:spPr>
          <a:xfrm>
            <a:off x="178224" y="8989466"/>
            <a:ext cx="6126062"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الأدوات المستخدمة</a:t>
            </a:r>
          </a:p>
        </p:txBody>
      </p:sp>
      <p:sp>
        <p:nvSpPr>
          <p:cNvPr id="25" name="TextBox 25"/>
          <p:cNvSpPr txBox="1"/>
          <p:nvPr/>
        </p:nvSpPr>
        <p:spPr>
          <a:xfrm>
            <a:off x="7987385" y="7758735"/>
            <a:ext cx="6126062"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وصف الابتكار </a:t>
            </a:r>
          </a:p>
        </p:txBody>
      </p:sp>
      <p:sp>
        <p:nvSpPr>
          <p:cNvPr id="26" name="TextBox 26"/>
          <p:cNvSpPr txBox="1"/>
          <p:nvPr/>
        </p:nvSpPr>
        <p:spPr>
          <a:xfrm>
            <a:off x="8727415" y="12198096"/>
            <a:ext cx="5143652"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مزايا الابتكار</a:t>
            </a:r>
          </a:p>
        </p:txBody>
      </p:sp>
      <p:sp>
        <p:nvSpPr>
          <p:cNvPr id="27" name="TextBox 27"/>
          <p:cNvSpPr txBox="1"/>
          <p:nvPr/>
        </p:nvSpPr>
        <p:spPr>
          <a:xfrm>
            <a:off x="8017930" y="8554099"/>
            <a:ext cx="6562622" cy="2041521"/>
          </a:xfrm>
          <a:prstGeom prst="rect">
            <a:avLst/>
          </a:prstGeom>
        </p:spPr>
        <p:txBody>
          <a:bodyPr lIns="0" tIns="0" rIns="0" bIns="0" rtlCol="0" anchor="t">
            <a:spAutoFit/>
          </a:bodyPr>
          <a:lstStyle/>
          <a:p>
            <a:pPr algn="just" rtl="1">
              <a:lnSpc>
                <a:spcPts val="4079"/>
              </a:lnSpc>
            </a:pPr>
            <a:r>
              <a:rPr lang="ar-SA" sz="2400" dirty="0">
                <a:solidFill>
                  <a:srgbClr val="000000"/>
                </a:solidFill>
                <a:latin typeface="Almarai"/>
                <a:ea typeface="Almarai"/>
                <a:cs typeface="Almarai"/>
                <a:sym typeface="Almarai"/>
                <a:rtl/>
              </a:rPr>
              <a:t>"سراج" هو منظومة إنقاذ متكاملة تضم روبوت غواص (</a:t>
            </a:r>
            <a:r>
              <a:rPr lang="en-US" sz="2400" dirty="0">
                <a:solidFill>
                  <a:srgbClr val="000000"/>
                </a:solidFill>
                <a:latin typeface="Almarai"/>
                <a:ea typeface="Almarai"/>
                <a:cs typeface="Almarai"/>
                <a:sym typeface="Almarai"/>
                <a:rtl/>
              </a:rPr>
              <a:t>ROV) </a:t>
            </a:r>
            <a:r>
              <a:rPr lang="ar-SA" sz="2400" dirty="0">
                <a:solidFill>
                  <a:srgbClr val="000000"/>
                </a:solidFill>
                <a:latin typeface="Almarai"/>
                <a:ea typeface="Almarai"/>
                <a:cs typeface="Almarai"/>
                <a:sym typeface="Almarai"/>
                <a:rtl/>
              </a:rPr>
              <a:t>يعمل بالذكاء الاصطناعي لرصد الضحايا لحظياً وتحليل بيانات الموقع والعمق بدقة، موفراً بديلاً آمنًا وذكياً لفرق الإنقاذ في الظروف القاسية.</a:t>
            </a:r>
            <a:endParaRPr lang="ar-EG" sz="2400" dirty="0">
              <a:solidFill>
                <a:srgbClr val="000000"/>
              </a:solidFill>
              <a:latin typeface="Almarai"/>
              <a:ea typeface="Almarai"/>
              <a:cs typeface="Almarai"/>
              <a:sym typeface="Almarai"/>
              <a:rtl/>
            </a:endParaRPr>
          </a:p>
        </p:txBody>
      </p:sp>
      <p:sp>
        <p:nvSpPr>
          <p:cNvPr id="28" name="TextBox 28"/>
          <p:cNvSpPr txBox="1"/>
          <p:nvPr/>
        </p:nvSpPr>
        <p:spPr>
          <a:xfrm>
            <a:off x="0" y="3849917"/>
            <a:ext cx="6126062"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صورة الابتكار </a:t>
            </a:r>
          </a:p>
        </p:txBody>
      </p:sp>
      <p:sp>
        <p:nvSpPr>
          <p:cNvPr id="29" name="TextBox 29"/>
          <p:cNvSpPr txBox="1"/>
          <p:nvPr/>
        </p:nvSpPr>
        <p:spPr>
          <a:xfrm>
            <a:off x="12700" y="1209026"/>
            <a:ext cx="8087072" cy="692497"/>
          </a:xfrm>
          <a:prstGeom prst="rect">
            <a:avLst/>
          </a:prstGeom>
        </p:spPr>
        <p:txBody>
          <a:bodyPr wrap="square" lIns="0" tIns="0" rIns="0" bIns="0" rtlCol="0" anchor="t">
            <a:spAutoFit/>
          </a:bodyPr>
          <a:lstStyle/>
          <a:p>
            <a:pPr algn="ctr" rtl="1">
              <a:lnSpc>
                <a:spcPts val="5599"/>
              </a:lnSpc>
            </a:pPr>
            <a:r>
              <a:rPr lang="ar-SA" sz="3999" b="1" dirty="0">
                <a:solidFill>
                  <a:srgbClr val="9F8B5D"/>
                </a:solidFill>
                <a:latin typeface="Almarai Bold"/>
                <a:ea typeface="Almarai Bold"/>
                <a:cs typeface="Almarai Bold"/>
                <a:sym typeface="Almarai Bold"/>
                <a:rtl/>
              </a:rPr>
              <a:t>سراج</a:t>
            </a:r>
            <a:endParaRPr lang="ar-EG" sz="3999" b="1" dirty="0">
              <a:solidFill>
                <a:srgbClr val="9F8B5D"/>
              </a:solidFill>
              <a:latin typeface="Almarai Bold"/>
              <a:ea typeface="Almarai Bold"/>
              <a:cs typeface="Almarai Bold"/>
              <a:sym typeface="Almarai Bold"/>
              <a:rtl/>
            </a:endParaRPr>
          </a:p>
        </p:txBody>
      </p:sp>
      <p:sp>
        <p:nvSpPr>
          <p:cNvPr id="31" name="TextBox 31"/>
          <p:cNvSpPr txBox="1"/>
          <p:nvPr/>
        </p:nvSpPr>
        <p:spPr>
          <a:xfrm>
            <a:off x="8318500" y="18892994"/>
            <a:ext cx="3680281" cy="410369"/>
          </a:xfrm>
          <a:prstGeom prst="rect">
            <a:avLst/>
          </a:prstGeom>
        </p:spPr>
        <p:txBody>
          <a:bodyPr wrap="square" lIns="0" tIns="0" rIns="0" bIns="0" rtlCol="0" anchor="t">
            <a:spAutoFit/>
          </a:bodyPr>
          <a:lstStyle/>
          <a:p>
            <a:pPr algn="r" rtl="1">
              <a:lnSpc>
                <a:spcPts val="3220"/>
              </a:lnSpc>
              <a:spcBef>
                <a:spcPct val="0"/>
              </a:spcBef>
            </a:pPr>
            <a:r>
              <a:rPr lang="ar-SA" sz="2300" b="1" spc="-16" dirty="0">
                <a:latin typeface="Almarai Bold"/>
                <a:ea typeface="Almarai Bold"/>
                <a:cs typeface="Almarai Bold"/>
                <a:sym typeface="Almarai Bold"/>
                <a:rtl/>
              </a:rPr>
              <a:t>راويه سعد النجعي</a:t>
            </a:r>
            <a:endParaRPr lang="ar-EG" sz="2300" b="1" spc="-16" dirty="0">
              <a:latin typeface="Almarai Bold"/>
              <a:ea typeface="Almarai Bold"/>
              <a:cs typeface="Almarai Bold"/>
              <a:sym typeface="Almarai Bold"/>
              <a:rtl/>
            </a:endParaRPr>
          </a:p>
        </p:txBody>
      </p:sp>
      <p:sp>
        <p:nvSpPr>
          <p:cNvPr id="32" name="TextBox 32"/>
          <p:cNvSpPr txBox="1"/>
          <p:nvPr/>
        </p:nvSpPr>
        <p:spPr>
          <a:xfrm>
            <a:off x="9864109" y="19732741"/>
            <a:ext cx="2931672" cy="410369"/>
          </a:xfrm>
          <a:prstGeom prst="rect">
            <a:avLst/>
          </a:prstGeom>
        </p:spPr>
        <p:txBody>
          <a:bodyPr wrap="square" lIns="0" tIns="0" rIns="0" bIns="0" rtlCol="0" anchor="t">
            <a:spAutoFit/>
          </a:bodyPr>
          <a:lstStyle/>
          <a:p>
            <a:pPr rtl="1">
              <a:lnSpc>
                <a:spcPts val="3220"/>
              </a:lnSpc>
              <a:spcBef>
                <a:spcPct val="0"/>
              </a:spcBef>
            </a:pPr>
            <a:r>
              <a:rPr lang="en-US" sz="2300" b="1" spc="-16" dirty="0">
                <a:latin typeface="Almarai Bold"/>
                <a:ea typeface="Almarai Bold"/>
                <a:cs typeface="Almarai Bold"/>
                <a:sym typeface="Almarai Bold"/>
                <a:rtl/>
              </a:rPr>
              <a:t>+966 50 663 7218</a:t>
            </a:r>
            <a:endParaRPr lang="ar-EG" sz="2300" b="1" spc="-16" dirty="0">
              <a:latin typeface="Almarai Bold"/>
              <a:ea typeface="Almarai Bold"/>
              <a:cs typeface="Almarai Bold"/>
              <a:sym typeface="Almarai Bold"/>
              <a:rtl/>
            </a:endParaRPr>
          </a:p>
        </p:txBody>
      </p:sp>
      <p:sp>
        <p:nvSpPr>
          <p:cNvPr id="33" name="TextBox 33"/>
          <p:cNvSpPr txBox="1"/>
          <p:nvPr/>
        </p:nvSpPr>
        <p:spPr>
          <a:xfrm>
            <a:off x="7556501" y="20600155"/>
            <a:ext cx="4359532" cy="410369"/>
          </a:xfrm>
          <a:prstGeom prst="rect">
            <a:avLst/>
          </a:prstGeom>
        </p:spPr>
        <p:txBody>
          <a:bodyPr wrap="square" lIns="0" tIns="0" rIns="0" bIns="0" rtlCol="0" anchor="t">
            <a:spAutoFit/>
          </a:bodyPr>
          <a:lstStyle/>
          <a:p>
            <a:pPr algn="ctr" rtl="1">
              <a:lnSpc>
                <a:spcPts val="3220"/>
              </a:lnSpc>
              <a:spcBef>
                <a:spcPct val="0"/>
              </a:spcBef>
            </a:pPr>
            <a:r>
              <a:rPr lang="ar-SA" sz="2300" b="1" spc="-16" dirty="0">
                <a:latin typeface="Almarai Bold"/>
                <a:ea typeface="Almarai Bold"/>
                <a:cs typeface="Almarai Bold"/>
                <a:sym typeface="Almarai Bold"/>
                <a:rtl/>
              </a:rPr>
              <a:t>الكلية التقنية الرقمية للبنات بالرياض </a:t>
            </a:r>
            <a:endParaRPr lang="ar-EG" sz="2300" b="1" spc="-16" dirty="0">
              <a:latin typeface="Almarai Bold"/>
              <a:ea typeface="Almarai Bold"/>
              <a:cs typeface="Almarai Bold"/>
              <a:sym typeface="Almarai Bold"/>
              <a:rtl/>
            </a:endParaRPr>
          </a:p>
        </p:txBody>
      </p:sp>
      <p:sp>
        <p:nvSpPr>
          <p:cNvPr id="37" name="TextBox 37"/>
          <p:cNvSpPr txBox="1"/>
          <p:nvPr/>
        </p:nvSpPr>
        <p:spPr>
          <a:xfrm>
            <a:off x="8099772" y="12905114"/>
            <a:ext cx="6562622" cy="4144661"/>
          </a:xfrm>
          <a:prstGeom prst="rect">
            <a:avLst/>
          </a:prstGeom>
        </p:spPr>
        <p:txBody>
          <a:bodyPr lIns="0" tIns="0" rIns="0" bIns="0" rtlCol="0" anchor="t">
            <a:spAutoFit/>
          </a:bodyPr>
          <a:lstStyle/>
          <a:p>
            <a:pPr marL="342900" indent="-342900" algn="just" rtl="1">
              <a:lnSpc>
                <a:spcPts val="4079"/>
              </a:lnSpc>
              <a:buFont typeface="Arial" panose="020B0604020202020204" pitchFamily="34" charset="0"/>
              <a:buChar char="•"/>
            </a:pPr>
            <a:r>
              <a:rPr lang="ar-SA" sz="2400" dirty="0">
                <a:solidFill>
                  <a:srgbClr val="000000"/>
                </a:solidFill>
                <a:latin typeface="Almarai"/>
                <a:ea typeface="Almarai"/>
                <a:cs typeface="Almarai"/>
                <a:sym typeface="Almarai"/>
                <a:rtl/>
              </a:rPr>
              <a:t> أمان عالٍ: الحد من تعرض المنقذين للمخاطر المباشرة في السيول.</a:t>
            </a:r>
            <a:endParaRPr lang="en-US" sz="2400" dirty="0">
              <a:solidFill>
                <a:srgbClr val="000000"/>
              </a:solidFill>
              <a:latin typeface="Almarai"/>
              <a:ea typeface="Almarai"/>
              <a:cs typeface="Almarai"/>
              <a:sym typeface="Almarai"/>
              <a:rtl/>
            </a:endParaRPr>
          </a:p>
          <a:p>
            <a:pPr marL="342900" indent="-342900" algn="just" rtl="1">
              <a:lnSpc>
                <a:spcPts val="4079"/>
              </a:lnSpc>
              <a:buFont typeface="Arial" panose="020B0604020202020204" pitchFamily="34" charset="0"/>
              <a:buChar char="•"/>
            </a:pPr>
            <a:r>
              <a:rPr lang="ar-EG" sz="2400" dirty="0">
                <a:solidFill>
                  <a:srgbClr val="000000"/>
                </a:solidFill>
                <a:latin typeface="Almarai"/>
                <a:ea typeface="Almarai"/>
                <a:cs typeface="Almarai"/>
                <a:sym typeface="Almarai"/>
                <a:rtl/>
              </a:rPr>
              <a:t>سرعة الاستجابة: تقليل زمن البحث عبر الرصد الذكي والبث المباشر. </a:t>
            </a:r>
            <a:endParaRPr lang="en-US" sz="2400" dirty="0">
              <a:solidFill>
                <a:srgbClr val="000000"/>
              </a:solidFill>
              <a:latin typeface="Almarai"/>
              <a:ea typeface="Almarai"/>
              <a:cs typeface="Almarai"/>
              <a:sym typeface="Almarai"/>
              <a:rtl/>
            </a:endParaRPr>
          </a:p>
          <a:p>
            <a:pPr marL="342900" indent="-342900" algn="just" rtl="1">
              <a:lnSpc>
                <a:spcPts val="4079"/>
              </a:lnSpc>
              <a:buFont typeface="Arial" panose="020B0604020202020204" pitchFamily="34" charset="0"/>
              <a:buChar char="•"/>
            </a:pPr>
            <a:r>
              <a:rPr lang="ar-EG" sz="2400" dirty="0">
                <a:solidFill>
                  <a:srgbClr val="000000"/>
                </a:solidFill>
                <a:latin typeface="Almarai"/>
                <a:ea typeface="Almarai"/>
                <a:cs typeface="Almarai"/>
                <a:sym typeface="Almarai"/>
                <a:rtl/>
              </a:rPr>
              <a:t>دقة فائقة: توفير إحداثيات </a:t>
            </a:r>
            <a:r>
              <a:rPr lang="en-US" sz="2400" dirty="0">
                <a:solidFill>
                  <a:srgbClr val="000000"/>
                </a:solidFill>
                <a:latin typeface="Almarai"/>
                <a:ea typeface="Almarai"/>
                <a:cs typeface="Almarai"/>
                <a:sym typeface="Almarai"/>
                <a:rtl/>
              </a:rPr>
              <a:t> GPS </a:t>
            </a:r>
            <a:r>
              <a:rPr lang="ar-EG" sz="2400" dirty="0">
                <a:solidFill>
                  <a:srgbClr val="000000"/>
                </a:solidFill>
                <a:latin typeface="Almarai"/>
                <a:ea typeface="Almarai"/>
                <a:cs typeface="Almarai"/>
                <a:sym typeface="Almarai"/>
                <a:rtl/>
              </a:rPr>
              <a:t>و</a:t>
            </a:r>
            <a:r>
              <a:rPr lang="en-US" sz="2400" dirty="0">
                <a:solidFill>
                  <a:srgbClr val="000000"/>
                </a:solidFill>
                <a:latin typeface="Almarai"/>
                <a:ea typeface="Almarai"/>
                <a:cs typeface="Almarai"/>
                <a:sym typeface="Almarai"/>
                <a:rtl/>
              </a:rPr>
              <a:t> </a:t>
            </a:r>
            <a:r>
              <a:rPr lang="ar-EG" sz="2400" dirty="0">
                <a:solidFill>
                  <a:srgbClr val="000000"/>
                </a:solidFill>
                <a:latin typeface="Almarai"/>
                <a:ea typeface="Almarai"/>
                <a:cs typeface="Almarai"/>
                <a:sym typeface="Almarai"/>
                <a:rtl/>
              </a:rPr>
              <a:t>بيانات تحليلية دقيقة لمتخذي القرار. </a:t>
            </a:r>
            <a:endParaRPr lang="en-US" sz="2400" dirty="0">
              <a:solidFill>
                <a:srgbClr val="000000"/>
              </a:solidFill>
              <a:latin typeface="Almarai"/>
              <a:ea typeface="Almarai"/>
              <a:cs typeface="Almarai"/>
              <a:sym typeface="Almarai"/>
              <a:rtl/>
            </a:endParaRPr>
          </a:p>
          <a:p>
            <a:pPr marL="342900" indent="-342900" algn="just" rtl="1">
              <a:lnSpc>
                <a:spcPts val="4079"/>
              </a:lnSpc>
              <a:buFont typeface="Arial" panose="020B0604020202020204" pitchFamily="34" charset="0"/>
              <a:buChar char="•"/>
            </a:pPr>
            <a:r>
              <a:rPr lang="ar-EG" sz="2400" dirty="0">
                <a:solidFill>
                  <a:srgbClr val="000000"/>
                </a:solidFill>
                <a:latin typeface="Almarai"/>
                <a:ea typeface="Almarai"/>
                <a:cs typeface="Almarai"/>
                <a:sym typeface="Almarai"/>
                <a:rtl/>
              </a:rPr>
              <a:t>كفاءة التغطية: مسح مساحات واسعة بجهد بدني أقل.</a:t>
            </a:r>
          </a:p>
        </p:txBody>
      </p:sp>
      <p:sp>
        <p:nvSpPr>
          <p:cNvPr id="134" name="Freeform 36">
            <a:extLst>
              <a:ext uri="{FF2B5EF4-FFF2-40B4-BE49-F238E27FC236}">
                <a16:creationId xmlns:a16="http://schemas.microsoft.com/office/drawing/2014/main" id="{16C6AB1F-256A-329C-CF3C-A92135A8E366}"/>
              </a:ext>
            </a:extLst>
          </p:cNvPr>
          <p:cNvSpPr/>
          <p:nvPr/>
        </p:nvSpPr>
        <p:spPr>
          <a:xfrm>
            <a:off x="14079299" y="12172859"/>
            <a:ext cx="454877" cy="638220"/>
          </a:xfrm>
          <a:custGeom>
            <a:avLst/>
            <a:gdLst/>
            <a:ahLst/>
            <a:cxnLst/>
            <a:rect l="l" t="t" r="r" b="b"/>
            <a:pathLst>
              <a:path w="454877" h="638220">
                <a:moveTo>
                  <a:pt x="0" y="0"/>
                </a:moveTo>
                <a:lnTo>
                  <a:pt x="454877" y="0"/>
                </a:lnTo>
                <a:lnTo>
                  <a:pt x="454877" y="638220"/>
                </a:lnTo>
                <a:lnTo>
                  <a:pt x="0" y="63822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36" name="Freeform 19">
            <a:extLst>
              <a:ext uri="{FF2B5EF4-FFF2-40B4-BE49-F238E27FC236}">
                <a16:creationId xmlns:a16="http://schemas.microsoft.com/office/drawing/2014/main" id="{875951CE-AE4F-3F73-A590-3A10FC9F26B5}"/>
              </a:ext>
            </a:extLst>
          </p:cNvPr>
          <p:cNvSpPr/>
          <p:nvPr/>
        </p:nvSpPr>
        <p:spPr>
          <a:xfrm>
            <a:off x="8854359" y="668475"/>
            <a:ext cx="5603420" cy="2147324"/>
          </a:xfrm>
          <a:custGeom>
            <a:avLst/>
            <a:gdLst/>
            <a:ahLst/>
            <a:cxnLst/>
            <a:rect l="l" t="t" r="r" b="b"/>
            <a:pathLst>
              <a:path w="4732483" h="1839826">
                <a:moveTo>
                  <a:pt x="0" y="0"/>
                </a:moveTo>
                <a:lnTo>
                  <a:pt x="4732482" y="0"/>
                </a:lnTo>
                <a:lnTo>
                  <a:pt x="4732482" y="1839826"/>
                </a:lnTo>
                <a:lnTo>
                  <a:pt x="0" y="1839826"/>
                </a:lnTo>
                <a:lnTo>
                  <a:pt x="0" y="0"/>
                </a:lnTo>
                <a:close/>
              </a:path>
            </a:pathLst>
          </a:custGeom>
          <a:blipFill>
            <a:blip>
              <a:extLst>
                <a:ext uri="{96DAC541-7B7A-43D3-8B79-37D633B846F1}">
                  <asvg:svgBlip xmlns:asvg="http://schemas.microsoft.com/office/drawing/2016/SVG/main" r:embed="rId8"/>
                </a:ext>
              </a:extLst>
            </a:blip>
            <a:stretch>
              <a:fillRect l="-7612" r="-10339"/>
            </a:stretch>
          </a:blipFill>
        </p:spPr>
        <p:txBody>
          <a:bodyPr/>
          <a:lstStyle/>
          <a:p>
            <a:endParaRPr lang="en-US"/>
          </a:p>
        </p:txBody>
      </p:sp>
      <p:grpSp>
        <p:nvGrpSpPr>
          <p:cNvPr id="137" name="Group 5">
            <a:extLst>
              <a:ext uri="{FF2B5EF4-FFF2-40B4-BE49-F238E27FC236}">
                <a16:creationId xmlns:a16="http://schemas.microsoft.com/office/drawing/2014/main" id="{D64B39EB-5BEF-9489-83AB-B8F9177050E8}"/>
              </a:ext>
            </a:extLst>
          </p:cNvPr>
          <p:cNvGrpSpPr>
            <a:grpSpLocks noChangeAspect="1"/>
          </p:cNvGrpSpPr>
          <p:nvPr/>
        </p:nvGrpSpPr>
        <p:grpSpPr>
          <a:xfrm>
            <a:off x="-19700" y="18437437"/>
            <a:ext cx="15120000" cy="134697"/>
            <a:chOff x="0" y="0"/>
            <a:chExt cx="21384006" cy="190500"/>
          </a:xfrm>
          <a:solidFill>
            <a:srgbClr val="9F8B5D"/>
          </a:solidFill>
        </p:grpSpPr>
        <p:sp>
          <p:nvSpPr>
            <p:cNvPr id="138" name="Freeform 6">
              <a:extLst>
                <a:ext uri="{FF2B5EF4-FFF2-40B4-BE49-F238E27FC236}">
                  <a16:creationId xmlns:a16="http://schemas.microsoft.com/office/drawing/2014/main" id="{B8FB6E0D-EA7C-D733-4329-13DE3CE74386}"/>
                </a:ext>
              </a:extLst>
            </p:cNvPr>
            <p:cNvSpPr/>
            <p:nvPr/>
          </p:nvSpPr>
          <p:spPr>
            <a:xfrm>
              <a:off x="0" y="0"/>
              <a:ext cx="21384006" cy="190500"/>
            </a:xfrm>
            <a:custGeom>
              <a:avLst/>
              <a:gdLst/>
              <a:ahLst/>
              <a:cxnLst/>
              <a:rect l="l" t="t" r="r" b="b"/>
              <a:pathLst>
                <a:path w="21384006" h="190500">
                  <a:moveTo>
                    <a:pt x="0" y="0"/>
                  </a:moveTo>
                  <a:lnTo>
                    <a:pt x="0" y="190500"/>
                  </a:lnTo>
                  <a:lnTo>
                    <a:pt x="21384006" y="190500"/>
                  </a:lnTo>
                  <a:lnTo>
                    <a:pt x="21384006" y="0"/>
                  </a:lnTo>
                  <a:close/>
                </a:path>
              </a:pathLst>
            </a:custGeom>
            <a:grpFill/>
            <a:ln>
              <a:solidFill>
                <a:srgbClr val="9F8B5D"/>
              </a:solidFill>
            </a:ln>
          </p:spPr>
          <p:txBody>
            <a:bodyPr/>
            <a:lstStyle/>
            <a:p>
              <a:endParaRPr lang="ar-SA"/>
            </a:p>
          </p:txBody>
        </p:sp>
      </p:grpSp>
      <p:grpSp>
        <p:nvGrpSpPr>
          <p:cNvPr id="139" name="Group 5">
            <a:extLst>
              <a:ext uri="{FF2B5EF4-FFF2-40B4-BE49-F238E27FC236}">
                <a16:creationId xmlns:a16="http://schemas.microsoft.com/office/drawing/2014/main" id="{8357A6E7-008A-E606-D444-BF648A0C6B56}"/>
              </a:ext>
            </a:extLst>
          </p:cNvPr>
          <p:cNvGrpSpPr>
            <a:grpSpLocks noChangeAspect="1"/>
          </p:cNvGrpSpPr>
          <p:nvPr/>
        </p:nvGrpSpPr>
        <p:grpSpPr>
          <a:xfrm>
            <a:off x="12700" y="3394347"/>
            <a:ext cx="15120000" cy="134697"/>
            <a:chOff x="0" y="0"/>
            <a:chExt cx="21384006" cy="190500"/>
          </a:xfrm>
          <a:solidFill>
            <a:srgbClr val="9F8B5D"/>
          </a:solidFill>
        </p:grpSpPr>
        <p:sp>
          <p:nvSpPr>
            <p:cNvPr id="140" name="Freeform 6">
              <a:extLst>
                <a:ext uri="{FF2B5EF4-FFF2-40B4-BE49-F238E27FC236}">
                  <a16:creationId xmlns:a16="http://schemas.microsoft.com/office/drawing/2014/main" id="{9E4BEB39-BA3F-5226-310F-B2B89BC2C775}"/>
                </a:ext>
              </a:extLst>
            </p:cNvPr>
            <p:cNvSpPr/>
            <p:nvPr/>
          </p:nvSpPr>
          <p:spPr>
            <a:xfrm>
              <a:off x="0" y="0"/>
              <a:ext cx="21384006" cy="190500"/>
            </a:xfrm>
            <a:custGeom>
              <a:avLst/>
              <a:gdLst/>
              <a:ahLst/>
              <a:cxnLst/>
              <a:rect l="l" t="t" r="r" b="b"/>
              <a:pathLst>
                <a:path w="21384006" h="190500">
                  <a:moveTo>
                    <a:pt x="0" y="0"/>
                  </a:moveTo>
                  <a:lnTo>
                    <a:pt x="0" y="190500"/>
                  </a:lnTo>
                  <a:lnTo>
                    <a:pt x="21384006" y="190500"/>
                  </a:lnTo>
                  <a:lnTo>
                    <a:pt x="21384006" y="0"/>
                  </a:lnTo>
                  <a:close/>
                </a:path>
              </a:pathLst>
            </a:custGeom>
            <a:grpFill/>
            <a:ln>
              <a:solidFill>
                <a:srgbClr val="9F8B5D"/>
              </a:solidFill>
            </a:ln>
          </p:spPr>
          <p:txBody>
            <a:bodyPr/>
            <a:lstStyle/>
            <a:p>
              <a:endParaRPr lang="ar-SA"/>
            </a:p>
          </p:txBody>
        </p:sp>
      </p:grpSp>
      <p:sp>
        <p:nvSpPr>
          <p:cNvPr id="141" name="Freeform 11">
            <a:extLst>
              <a:ext uri="{FF2B5EF4-FFF2-40B4-BE49-F238E27FC236}">
                <a16:creationId xmlns:a16="http://schemas.microsoft.com/office/drawing/2014/main" id="{AAEDBC5D-01EA-8EBD-75FD-23E7A8F5894F}"/>
              </a:ext>
            </a:extLst>
          </p:cNvPr>
          <p:cNvSpPr/>
          <p:nvPr/>
        </p:nvSpPr>
        <p:spPr>
          <a:xfrm>
            <a:off x="5893266" y="18701058"/>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142" name="Freeform 12">
            <a:extLst>
              <a:ext uri="{FF2B5EF4-FFF2-40B4-BE49-F238E27FC236}">
                <a16:creationId xmlns:a16="http://schemas.microsoft.com/office/drawing/2014/main" id="{798876FB-E590-3C03-C884-8B70C04B4635}"/>
              </a:ext>
            </a:extLst>
          </p:cNvPr>
          <p:cNvSpPr/>
          <p:nvPr/>
        </p:nvSpPr>
        <p:spPr>
          <a:xfrm>
            <a:off x="5877059" y="19386858"/>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144" name="TextBox 30">
            <a:extLst>
              <a:ext uri="{FF2B5EF4-FFF2-40B4-BE49-F238E27FC236}">
                <a16:creationId xmlns:a16="http://schemas.microsoft.com/office/drawing/2014/main" id="{12245288-48DD-16E0-6449-70F6E50C79C8}"/>
              </a:ext>
            </a:extLst>
          </p:cNvPr>
          <p:cNvSpPr txBox="1"/>
          <p:nvPr/>
        </p:nvSpPr>
        <p:spPr>
          <a:xfrm>
            <a:off x="2603500" y="18760195"/>
            <a:ext cx="3124431" cy="415972"/>
          </a:xfrm>
          <a:prstGeom prst="rect">
            <a:avLst/>
          </a:prstGeom>
        </p:spPr>
        <p:txBody>
          <a:bodyPr lIns="0" tIns="0" rIns="0" bIns="0" rtlCol="0" anchor="t">
            <a:spAutoFit/>
          </a:bodyPr>
          <a:lstStyle/>
          <a:p>
            <a:pPr algn="ctr" rtl="1">
              <a:lnSpc>
                <a:spcPts val="3220"/>
              </a:lnSpc>
              <a:spcBef>
                <a:spcPct val="0"/>
              </a:spcBef>
            </a:pPr>
            <a:r>
              <a:rPr lang="ar-SA" sz="2300" b="1" spc="-16" dirty="0">
                <a:latin typeface="Almarai Bold"/>
                <a:ea typeface="Almarai Bold"/>
                <a:cs typeface="Almarai Bold"/>
                <a:sym typeface="Almarai Bold"/>
                <a:rtl/>
              </a:rPr>
              <a:t>شهد محمد الشهري</a:t>
            </a:r>
            <a:endParaRPr lang="ar-EG" sz="2300" b="1" spc="-16" dirty="0">
              <a:latin typeface="Almarai Bold"/>
              <a:ea typeface="Almarai Bold"/>
              <a:cs typeface="Almarai Bold"/>
              <a:sym typeface="Almarai Bold"/>
              <a:rtl/>
            </a:endParaRPr>
          </a:p>
        </p:txBody>
      </p:sp>
      <p:sp>
        <p:nvSpPr>
          <p:cNvPr id="9" name="TextBox 30">
            <a:extLst>
              <a:ext uri="{FF2B5EF4-FFF2-40B4-BE49-F238E27FC236}">
                <a16:creationId xmlns:a16="http://schemas.microsoft.com/office/drawing/2014/main" id="{E5C0B747-CC90-CEAF-E648-134AF3722D12}"/>
              </a:ext>
            </a:extLst>
          </p:cNvPr>
          <p:cNvSpPr txBox="1"/>
          <p:nvPr/>
        </p:nvSpPr>
        <p:spPr>
          <a:xfrm>
            <a:off x="2527300" y="19457310"/>
            <a:ext cx="3124431" cy="415972"/>
          </a:xfrm>
          <a:prstGeom prst="rect">
            <a:avLst/>
          </a:prstGeom>
        </p:spPr>
        <p:txBody>
          <a:bodyPr lIns="0" tIns="0" rIns="0" bIns="0" rtlCol="0" anchor="t">
            <a:spAutoFit/>
          </a:bodyPr>
          <a:lstStyle/>
          <a:p>
            <a:pPr algn="ctr" rtl="1">
              <a:lnSpc>
                <a:spcPts val="3220"/>
              </a:lnSpc>
              <a:spcBef>
                <a:spcPct val="0"/>
              </a:spcBef>
            </a:pPr>
            <a:r>
              <a:rPr lang="ar-SA" sz="2300" b="1" spc="-16" dirty="0">
                <a:latin typeface="Almarai Bold"/>
                <a:ea typeface="Almarai Bold"/>
                <a:cs typeface="Almarai Bold"/>
                <a:sym typeface="Almarai Bold"/>
                <a:rtl/>
              </a:rPr>
              <a:t>شروق علي خبراني</a:t>
            </a:r>
            <a:endParaRPr lang="ar-EG" sz="2300" b="1" spc="-16" dirty="0">
              <a:latin typeface="Almarai Bold"/>
              <a:ea typeface="Almarai Bold"/>
              <a:cs typeface="Almarai Bold"/>
              <a:sym typeface="Almarai Bold"/>
              <a:rtl/>
            </a:endParaRPr>
          </a:p>
        </p:txBody>
      </p:sp>
      <p:sp>
        <p:nvSpPr>
          <p:cNvPr id="10" name="Freeform 12">
            <a:extLst>
              <a:ext uri="{FF2B5EF4-FFF2-40B4-BE49-F238E27FC236}">
                <a16:creationId xmlns:a16="http://schemas.microsoft.com/office/drawing/2014/main" id="{AD7F8415-D08C-0430-1DF9-57F3F397A489}"/>
              </a:ext>
            </a:extLst>
          </p:cNvPr>
          <p:cNvSpPr/>
          <p:nvPr/>
        </p:nvSpPr>
        <p:spPr>
          <a:xfrm>
            <a:off x="5861850" y="20072658"/>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11" name="TextBox 30">
            <a:extLst>
              <a:ext uri="{FF2B5EF4-FFF2-40B4-BE49-F238E27FC236}">
                <a16:creationId xmlns:a16="http://schemas.microsoft.com/office/drawing/2014/main" id="{49B8C32C-805D-1360-50E1-0631E1BC8D45}"/>
              </a:ext>
            </a:extLst>
          </p:cNvPr>
          <p:cNvSpPr txBox="1"/>
          <p:nvPr/>
        </p:nvSpPr>
        <p:spPr>
          <a:xfrm>
            <a:off x="2512091" y="20143110"/>
            <a:ext cx="3124431" cy="415972"/>
          </a:xfrm>
          <a:prstGeom prst="rect">
            <a:avLst/>
          </a:prstGeom>
        </p:spPr>
        <p:txBody>
          <a:bodyPr lIns="0" tIns="0" rIns="0" bIns="0" rtlCol="0" anchor="t">
            <a:spAutoFit/>
          </a:bodyPr>
          <a:lstStyle/>
          <a:p>
            <a:pPr algn="ctr" rtl="1">
              <a:lnSpc>
                <a:spcPts val="3220"/>
              </a:lnSpc>
              <a:spcBef>
                <a:spcPct val="0"/>
              </a:spcBef>
            </a:pPr>
            <a:r>
              <a:rPr lang="ar-SA" sz="2300" b="1" spc="-16" dirty="0">
                <a:latin typeface="Almarai Bold"/>
                <a:ea typeface="Almarai Bold"/>
                <a:cs typeface="Almarai Bold"/>
                <a:sym typeface="Almarai Bold"/>
                <a:rtl/>
              </a:rPr>
              <a:t>ايمان بندر </a:t>
            </a:r>
            <a:r>
              <a:rPr lang="ar-SA" sz="2300" b="1" spc="-16" dirty="0" err="1">
                <a:latin typeface="Almarai Bold"/>
                <a:ea typeface="Almarai Bold"/>
                <a:cs typeface="Almarai Bold"/>
                <a:sym typeface="Almarai Bold"/>
                <a:rtl/>
              </a:rPr>
              <a:t>خواجي</a:t>
            </a:r>
            <a:endParaRPr lang="ar-EG" sz="2300" b="1" spc="-16" dirty="0">
              <a:latin typeface="Almarai Bold"/>
              <a:ea typeface="Almarai Bold"/>
              <a:cs typeface="Almarai Bold"/>
              <a:sym typeface="Almarai Bold"/>
              <a:rtl/>
            </a:endParaRPr>
          </a:p>
        </p:txBody>
      </p:sp>
      <p:sp>
        <p:nvSpPr>
          <p:cNvPr id="13" name="TextBox 24">
            <a:extLst>
              <a:ext uri="{FF2B5EF4-FFF2-40B4-BE49-F238E27FC236}">
                <a16:creationId xmlns:a16="http://schemas.microsoft.com/office/drawing/2014/main" id="{4C3C93B5-804B-03E2-54B6-060AF581DCC3}"/>
              </a:ext>
            </a:extLst>
          </p:cNvPr>
          <p:cNvSpPr txBox="1"/>
          <p:nvPr/>
        </p:nvSpPr>
        <p:spPr>
          <a:xfrm>
            <a:off x="463306" y="14407170"/>
            <a:ext cx="6126062" cy="521552"/>
          </a:xfrm>
          <a:prstGeom prst="rect">
            <a:avLst/>
          </a:prstGeom>
        </p:spPr>
        <p:txBody>
          <a:bodyPr lIns="0" tIns="0" rIns="0" bIns="0" rtlCol="0" anchor="t">
            <a:spAutoFit/>
          </a:bodyPr>
          <a:lstStyle/>
          <a:p>
            <a:pPr algn="r" rtl="1">
              <a:lnSpc>
                <a:spcPts val="4153"/>
              </a:lnSpc>
            </a:pPr>
            <a:r>
              <a:rPr lang="ar-SA" sz="2966" b="1" spc="-20" dirty="0">
                <a:solidFill>
                  <a:srgbClr val="9F8B5D"/>
                </a:solidFill>
                <a:latin typeface="Almarai Bold"/>
                <a:ea typeface="Almarai Bold"/>
                <a:cs typeface="Almarai Bold"/>
                <a:sym typeface="Almarai Bold"/>
                <a:rtl/>
              </a:rPr>
              <a:t>التطوير المستقبلي</a:t>
            </a:r>
            <a:endParaRPr lang="ar-EG" sz="2966" b="1" spc="-20" dirty="0">
              <a:solidFill>
                <a:srgbClr val="9F8B5D"/>
              </a:solidFill>
              <a:latin typeface="Almarai Bold"/>
              <a:ea typeface="Almarai Bold"/>
              <a:cs typeface="Almarai Bold"/>
              <a:sym typeface="Almarai Bold"/>
              <a:rtl/>
            </a:endParaRPr>
          </a:p>
        </p:txBody>
      </p:sp>
      <p:sp>
        <p:nvSpPr>
          <p:cNvPr id="14" name="Freeform 13">
            <a:extLst>
              <a:ext uri="{FF2B5EF4-FFF2-40B4-BE49-F238E27FC236}">
                <a16:creationId xmlns:a16="http://schemas.microsoft.com/office/drawing/2014/main" id="{EC9BC47F-FCD3-6B7A-8496-5F64173F235E}"/>
              </a:ext>
            </a:extLst>
          </p:cNvPr>
          <p:cNvSpPr/>
          <p:nvPr/>
        </p:nvSpPr>
        <p:spPr>
          <a:xfrm>
            <a:off x="6806031" y="14360810"/>
            <a:ext cx="444336" cy="521552"/>
          </a:xfrm>
          <a:custGeom>
            <a:avLst/>
            <a:gdLst/>
            <a:ahLst/>
            <a:cxnLst/>
            <a:rect l="l" t="t" r="r" b="b"/>
            <a:pathLst>
              <a:path w="454877" h="454877">
                <a:moveTo>
                  <a:pt x="0" y="0"/>
                </a:moveTo>
                <a:lnTo>
                  <a:pt x="454877" y="0"/>
                </a:lnTo>
                <a:lnTo>
                  <a:pt x="454877" y="454877"/>
                </a:lnTo>
                <a:lnTo>
                  <a:pt x="0" y="454877"/>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15" name="TextBox 37">
            <a:extLst>
              <a:ext uri="{FF2B5EF4-FFF2-40B4-BE49-F238E27FC236}">
                <a16:creationId xmlns:a16="http://schemas.microsoft.com/office/drawing/2014/main" id="{972260C1-6F04-3594-B9E6-5586224579F8}"/>
              </a:ext>
            </a:extLst>
          </p:cNvPr>
          <p:cNvSpPr txBox="1"/>
          <p:nvPr/>
        </p:nvSpPr>
        <p:spPr>
          <a:xfrm>
            <a:off x="532465" y="15074309"/>
            <a:ext cx="6562622" cy="3093091"/>
          </a:xfrm>
          <a:prstGeom prst="rect">
            <a:avLst/>
          </a:prstGeom>
        </p:spPr>
        <p:txBody>
          <a:bodyPr lIns="0" tIns="0" rIns="0" bIns="0" rtlCol="0" anchor="t">
            <a:spAutoFit/>
          </a:bodyPr>
          <a:lstStyle/>
          <a:p>
            <a:pPr algn="just" rtl="1">
              <a:lnSpc>
                <a:spcPts val="4079"/>
              </a:lnSpc>
            </a:pPr>
            <a:r>
              <a:rPr lang="ar-SA" sz="2400" dirty="0">
                <a:solidFill>
                  <a:srgbClr val="000000"/>
                </a:solidFill>
                <a:latin typeface="Almarai"/>
                <a:ea typeface="Almarai"/>
                <a:cs typeface="Almarai"/>
                <a:sym typeface="Almarai"/>
                <a:rtl/>
              </a:rPr>
              <a:t>يسعى المشروع مستقبلاً إلى تعزيز دقة الذكاء الاصطناعي عبر توسيع بيانات التدريب وتطوير أنظمة محاكاة متقدمة تضمن استمرارية العمل وتجاوز العقبات التقنية، مع رفع كفاءة الروبوت في اتخاذ قرارات ذكية لمواجهة سيناريوهات الكوارث الأكثر تعقيداً.</a:t>
            </a:r>
            <a:endParaRPr lang="ar-EG" sz="2400" dirty="0">
              <a:solidFill>
                <a:srgbClr val="000000"/>
              </a:solidFill>
              <a:latin typeface="Almarai"/>
              <a:ea typeface="Almarai"/>
              <a:cs typeface="Almarai"/>
              <a:sym typeface="Almarai"/>
              <a:rtl/>
            </a:endParaRPr>
          </a:p>
        </p:txBody>
      </p:sp>
      <p:sp>
        <p:nvSpPr>
          <p:cNvPr id="16" name="TextBox 40">
            <a:extLst>
              <a:ext uri="{FF2B5EF4-FFF2-40B4-BE49-F238E27FC236}">
                <a16:creationId xmlns:a16="http://schemas.microsoft.com/office/drawing/2014/main" id="{01D88AF2-59F2-6E6A-FA15-BC52A119040F}"/>
              </a:ext>
            </a:extLst>
          </p:cNvPr>
          <p:cNvSpPr txBox="1"/>
          <p:nvPr/>
        </p:nvSpPr>
        <p:spPr>
          <a:xfrm>
            <a:off x="1973261" y="2268034"/>
            <a:ext cx="2112070" cy="509370"/>
          </a:xfrm>
          <a:prstGeom prst="rect">
            <a:avLst/>
          </a:prstGeom>
        </p:spPr>
        <p:txBody>
          <a:bodyPr wrap="square" lIns="0" tIns="0" rIns="0" bIns="0" rtlCol="0" anchor="t">
            <a:spAutoFit/>
          </a:bodyPr>
          <a:lstStyle/>
          <a:p>
            <a:pPr algn="ctr">
              <a:lnSpc>
                <a:spcPts val="4620"/>
              </a:lnSpc>
            </a:pPr>
            <a:r>
              <a:rPr lang="ar-SA" sz="2300" dirty="0">
                <a:latin typeface="Almarai"/>
                <a:ea typeface="Almarai"/>
                <a:cs typeface="Almarai"/>
                <a:sym typeface="Almarai"/>
              </a:rPr>
              <a:t>لا يوجد</a:t>
            </a:r>
            <a:endParaRPr lang="en-US" sz="2300" dirty="0">
              <a:latin typeface="Almarai"/>
              <a:ea typeface="Almarai"/>
              <a:cs typeface="Almarai"/>
              <a:sym typeface="Almarai"/>
            </a:endParaRPr>
          </a:p>
        </p:txBody>
      </p:sp>
      <p:sp>
        <p:nvSpPr>
          <p:cNvPr id="21" name="TextBox 43">
            <a:extLst>
              <a:ext uri="{FF2B5EF4-FFF2-40B4-BE49-F238E27FC236}">
                <a16:creationId xmlns:a16="http://schemas.microsoft.com/office/drawing/2014/main" id="{B43308D2-F59C-1FA9-EE9A-16956678E6E7}"/>
              </a:ext>
            </a:extLst>
          </p:cNvPr>
          <p:cNvSpPr txBox="1"/>
          <p:nvPr/>
        </p:nvSpPr>
        <p:spPr>
          <a:xfrm>
            <a:off x="4078431" y="2391065"/>
            <a:ext cx="2576369" cy="410369"/>
          </a:xfrm>
          <a:prstGeom prst="rect">
            <a:avLst/>
          </a:prstGeom>
        </p:spPr>
        <p:txBody>
          <a:bodyPr wrap="square" lIns="0" tIns="0" rIns="0" bIns="0" rtlCol="0" anchor="t">
            <a:spAutoFit/>
          </a:bodyPr>
          <a:lstStyle/>
          <a:p>
            <a:pPr algn="ctr" rtl="1">
              <a:lnSpc>
                <a:spcPts val="3219"/>
              </a:lnSpc>
            </a:pPr>
            <a:r>
              <a:rPr lang="ar-EG" sz="2299" b="1" dirty="0">
                <a:solidFill>
                  <a:srgbClr val="9F8B5D"/>
                </a:solidFill>
                <a:latin typeface="Almarai Bold"/>
                <a:ea typeface="Almarai Bold"/>
                <a:cs typeface="Almarai Bold"/>
                <a:sym typeface="Almarai Bold"/>
                <a:rtl/>
              </a:rPr>
              <a:t>رقم براءة الاختراع</a:t>
            </a:r>
          </a:p>
        </p:txBody>
      </p:sp>
      <p:sp>
        <p:nvSpPr>
          <p:cNvPr id="30" name="سداسي 29">
            <a:extLst>
              <a:ext uri="{FF2B5EF4-FFF2-40B4-BE49-F238E27FC236}">
                <a16:creationId xmlns:a16="http://schemas.microsoft.com/office/drawing/2014/main" id="{6144B987-C9CC-F092-8557-0060058DB86F}"/>
              </a:ext>
            </a:extLst>
          </p:cNvPr>
          <p:cNvSpPr/>
          <p:nvPr/>
        </p:nvSpPr>
        <p:spPr>
          <a:xfrm>
            <a:off x="1973255" y="2322893"/>
            <a:ext cx="2071213" cy="554741"/>
          </a:xfrm>
          <a:prstGeom prst="hexagon">
            <a:avLst/>
          </a:prstGeom>
          <a:noFill/>
          <a:ln w="38100">
            <a:solidFill>
              <a:srgbClr val="9F8B5D"/>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en-US"/>
          </a:p>
        </p:txBody>
      </p:sp>
      <p:sp>
        <p:nvSpPr>
          <p:cNvPr id="35" name="Freeform 12">
            <a:extLst>
              <a:ext uri="{FF2B5EF4-FFF2-40B4-BE49-F238E27FC236}">
                <a16:creationId xmlns:a16="http://schemas.microsoft.com/office/drawing/2014/main" id="{51CB585B-60E9-00D0-FBD1-63D8B7C42ADC}"/>
              </a:ext>
            </a:extLst>
          </p:cNvPr>
          <p:cNvSpPr/>
          <p:nvPr/>
        </p:nvSpPr>
        <p:spPr>
          <a:xfrm>
            <a:off x="5857806" y="20745450"/>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36" name="TextBox 30">
            <a:extLst>
              <a:ext uri="{FF2B5EF4-FFF2-40B4-BE49-F238E27FC236}">
                <a16:creationId xmlns:a16="http://schemas.microsoft.com/office/drawing/2014/main" id="{23638ADA-DB84-E38E-D2B9-DDA57F76294F}"/>
              </a:ext>
            </a:extLst>
          </p:cNvPr>
          <p:cNvSpPr txBox="1"/>
          <p:nvPr/>
        </p:nvSpPr>
        <p:spPr>
          <a:xfrm>
            <a:off x="2508047" y="20821650"/>
            <a:ext cx="3124431" cy="415972"/>
          </a:xfrm>
          <a:prstGeom prst="rect">
            <a:avLst/>
          </a:prstGeom>
        </p:spPr>
        <p:txBody>
          <a:bodyPr lIns="0" tIns="0" rIns="0" bIns="0" rtlCol="0" anchor="t">
            <a:spAutoFit/>
          </a:bodyPr>
          <a:lstStyle/>
          <a:p>
            <a:pPr algn="ctr" rtl="1">
              <a:lnSpc>
                <a:spcPts val="3220"/>
              </a:lnSpc>
              <a:spcBef>
                <a:spcPct val="0"/>
              </a:spcBef>
            </a:pPr>
            <a:r>
              <a:rPr lang="ar-SA" sz="2300" b="1" spc="-16" dirty="0">
                <a:latin typeface="Almarai Bold"/>
                <a:ea typeface="Almarai Bold"/>
                <a:cs typeface="Almarai Bold"/>
                <a:sym typeface="Almarai Bold"/>
                <a:rtl/>
              </a:rPr>
              <a:t>حياة محمد المسلم</a:t>
            </a:r>
            <a:endParaRPr lang="ar-EG" sz="2300" b="1" spc="-16" dirty="0">
              <a:latin typeface="Almarai Bold"/>
              <a:ea typeface="Almarai Bold"/>
              <a:cs typeface="Almarai Bold"/>
              <a:sym typeface="Almarai Bold"/>
              <a:rtl/>
            </a:endParaRPr>
          </a:p>
        </p:txBody>
      </p:sp>
      <p:sp>
        <p:nvSpPr>
          <p:cNvPr id="5" name="Freeform 11">
            <a:extLst>
              <a:ext uri="{FF2B5EF4-FFF2-40B4-BE49-F238E27FC236}">
                <a16:creationId xmlns:a16="http://schemas.microsoft.com/office/drawing/2014/main" id="{EAD88A8F-8A04-4D72-9275-E2326D946E7C}"/>
              </a:ext>
            </a:extLst>
          </p:cNvPr>
          <p:cNvSpPr/>
          <p:nvPr/>
        </p:nvSpPr>
        <p:spPr>
          <a:xfrm>
            <a:off x="14011261" y="3737111"/>
            <a:ext cx="549139" cy="549139"/>
          </a:xfrm>
          <a:custGeom>
            <a:avLst/>
            <a:gdLst/>
            <a:ahLst/>
            <a:cxnLst/>
            <a:rect l="l" t="t" r="r" b="b"/>
            <a:pathLst>
              <a:path w="549139" h="549139">
                <a:moveTo>
                  <a:pt x="0" y="0"/>
                </a:moveTo>
                <a:lnTo>
                  <a:pt x="549140" y="0"/>
                </a:lnTo>
                <a:lnTo>
                  <a:pt x="549140" y="549139"/>
                </a:lnTo>
                <a:lnTo>
                  <a:pt x="0" y="549139"/>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6" name="TextBox 16">
            <a:extLst>
              <a:ext uri="{FF2B5EF4-FFF2-40B4-BE49-F238E27FC236}">
                <a16:creationId xmlns:a16="http://schemas.microsoft.com/office/drawing/2014/main" id="{3F63DEAF-F49F-067A-4E14-F049A3853483}"/>
              </a:ext>
            </a:extLst>
          </p:cNvPr>
          <p:cNvSpPr txBox="1"/>
          <p:nvPr/>
        </p:nvSpPr>
        <p:spPr>
          <a:xfrm>
            <a:off x="7521618" y="3740808"/>
            <a:ext cx="6428804"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تعريف المشكلة</a:t>
            </a:r>
          </a:p>
        </p:txBody>
      </p:sp>
      <p:sp>
        <p:nvSpPr>
          <p:cNvPr id="12" name="TextBox 27">
            <a:extLst>
              <a:ext uri="{FF2B5EF4-FFF2-40B4-BE49-F238E27FC236}">
                <a16:creationId xmlns:a16="http://schemas.microsoft.com/office/drawing/2014/main" id="{6E74E57C-516E-51A8-8950-6D69107191A1}"/>
              </a:ext>
            </a:extLst>
          </p:cNvPr>
          <p:cNvSpPr txBox="1"/>
          <p:nvPr/>
        </p:nvSpPr>
        <p:spPr>
          <a:xfrm>
            <a:off x="8170330" y="4286250"/>
            <a:ext cx="6562622" cy="3093091"/>
          </a:xfrm>
          <a:prstGeom prst="rect">
            <a:avLst/>
          </a:prstGeom>
        </p:spPr>
        <p:txBody>
          <a:bodyPr lIns="0" tIns="0" rIns="0" bIns="0" rtlCol="0" anchor="t">
            <a:spAutoFit/>
          </a:bodyPr>
          <a:lstStyle/>
          <a:p>
            <a:pPr algn="just" rtl="1">
              <a:lnSpc>
                <a:spcPts val="4079"/>
              </a:lnSpc>
            </a:pPr>
            <a:r>
              <a:rPr lang="ar-SA" sz="2400" dirty="0">
                <a:solidFill>
                  <a:srgbClr val="000000"/>
                </a:solidFill>
                <a:latin typeface="Almarai"/>
                <a:ea typeface="Almarai"/>
                <a:cs typeface="Almarai"/>
                <a:sym typeface="Almarai"/>
                <a:rtl/>
              </a:rPr>
              <a:t>تكمن المشكلة في الخطورة البالغة التي تشكلها مياه السيول على حياة فرق الإنقاذ البشرية، حيث يواجه المنقذون انعداماً تاماً للرؤية في المياه العكرة وصعوبة بالغة في الوصول إلى الأماكن الضيقة والوعرة تحت الحطام، مما يتسبب في تأخير عمليات البحث والانتشال ويعرض الكوادر لمخاطر مباشرة.</a:t>
            </a:r>
            <a:endParaRPr lang="ar-EG" sz="2400" dirty="0">
              <a:solidFill>
                <a:srgbClr val="000000"/>
              </a:solidFill>
              <a:latin typeface="Almarai"/>
              <a:ea typeface="Almarai"/>
              <a:cs typeface="Almarai"/>
              <a:sym typeface="Almarai"/>
              <a:rtl/>
            </a:endParaRPr>
          </a:p>
        </p:txBody>
      </p:sp>
      <p:pic>
        <p:nvPicPr>
          <p:cNvPr id="34" name="صورة 33">
            <a:extLst>
              <a:ext uri="{FF2B5EF4-FFF2-40B4-BE49-F238E27FC236}">
                <a16:creationId xmlns:a16="http://schemas.microsoft.com/office/drawing/2014/main" id="{83B0F859-9BCE-3DD5-31C8-97B3A3CF647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02551" y="4398525"/>
            <a:ext cx="2929927" cy="3936900"/>
          </a:xfrm>
          <a:prstGeom prst="rect">
            <a:avLst/>
          </a:prstGeom>
        </p:spPr>
      </p:pic>
      <p:sp>
        <p:nvSpPr>
          <p:cNvPr id="38" name="TextBox 37">
            <a:extLst>
              <a:ext uri="{FF2B5EF4-FFF2-40B4-BE49-F238E27FC236}">
                <a16:creationId xmlns:a16="http://schemas.microsoft.com/office/drawing/2014/main" id="{7AB71227-7D1D-5AAB-D209-804322092299}"/>
              </a:ext>
            </a:extLst>
          </p:cNvPr>
          <p:cNvSpPr txBox="1"/>
          <p:nvPr/>
        </p:nvSpPr>
        <p:spPr>
          <a:xfrm>
            <a:off x="270940" y="9847850"/>
            <a:ext cx="7217338" cy="4144661"/>
          </a:xfrm>
          <a:prstGeom prst="rect">
            <a:avLst/>
          </a:prstGeom>
        </p:spPr>
        <p:txBody>
          <a:bodyPr wrap="square" lIns="0" tIns="0" rIns="0" bIns="0" rtlCol="0" anchor="t">
            <a:spAutoFit/>
          </a:bodyPr>
          <a:lstStyle/>
          <a:p>
            <a:pPr marL="800100" lvl="1" indent="-342900" algn="r" rtl="1">
              <a:lnSpc>
                <a:spcPts val="4079"/>
              </a:lnSpc>
              <a:buFont typeface="Arial" panose="020B0604020202020204" pitchFamily="34" charset="0"/>
              <a:buChar char="•"/>
            </a:pPr>
            <a:r>
              <a:rPr lang="ar-SA" sz="2400" dirty="0">
                <a:solidFill>
                  <a:srgbClr val="000000"/>
                </a:solidFill>
                <a:latin typeface="Almarai"/>
                <a:ea typeface="Almarai"/>
                <a:cs typeface="Almarai"/>
                <a:sym typeface="Almarai"/>
                <a:rtl/>
              </a:rPr>
              <a:t> الأجهزة: غواصة </a:t>
            </a:r>
            <a:r>
              <a:rPr lang="en-US" sz="2400" dirty="0">
                <a:solidFill>
                  <a:srgbClr val="000000"/>
                </a:solidFill>
                <a:latin typeface="Almarai"/>
                <a:ea typeface="Almarai"/>
                <a:cs typeface="Almarai"/>
                <a:sym typeface="Almarai"/>
                <a:rtl/>
              </a:rPr>
              <a:t>Chasing Dory </a:t>
            </a:r>
            <a:r>
              <a:rPr lang="ar-SA" sz="2400" dirty="0">
                <a:solidFill>
                  <a:srgbClr val="000000"/>
                </a:solidFill>
                <a:latin typeface="Almarai"/>
                <a:ea typeface="Almarai"/>
                <a:cs typeface="Almarai"/>
                <a:sym typeface="Almarai"/>
                <a:rtl/>
              </a:rPr>
              <a:t>ذكية مزودة بكاميرا، وجهاز حاسب محمول. .</a:t>
            </a:r>
            <a:endParaRPr lang="en-US" sz="2400" dirty="0">
              <a:solidFill>
                <a:srgbClr val="000000"/>
              </a:solidFill>
              <a:latin typeface="Almarai"/>
              <a:ea typeface="Almarai"/>
              <a:cs typeface="Almarai"/>
              <a:sym typeface="Almarai"/>
              <a:rtl/>
            </a:endParaRPr>
          </a:p>
          <a:p>
            <a:pPr marL="800100" lvl="1" indent="-342900" algn="r" rtl="1">
              <a:lnSpc>
                <a:spcPts val="4079"/>
              </a:lnSpc>
              <a:buFont typeface="Arial" panose="020B0604020202020204" pitchFamily="34" charset="0"/>
              <a:buChar char="•"/>
            </a:pPr>
            <a:r>
              <a:rPr lang="ar-EG" sz="2400" dirty="0">
                <a:solidFill>
                  <a:srgbClr val="000000"/>
                </a:solidFill>
                <a:latin typeface="Almarai"/>
                <a:ea typeface="Almarai"/>
                <a:cs typeface="Almarai"/>
                <a:sym typeface="Almarai"/>
                <a:rtl/>
              </a:rPr>
              <a:t>الذكاء الاصطناعي: نماذج </a:t>
            </a:r>
            <a:r>
              <a:rPr lang="en-US" sz="2400" dirty="0">
                <a:solidFill>
                  <a:srgbClr val="000000"/>
                </a:solidFill>
                <a:latin typeface="Almarai"/>
                <a:ea typeface="Almarai"/>
                <a:cs typeface="Almarai"/>
                <a:sym typeface="Almarai"/>
                <a:rtl/>
              </a:rPr>
              <a:t>YOLO </a:t>
            </a:r>
            <a:r>
              <a:rPr lang="ar-EG" sz="2400" dirty="0">
                <a:solidFill>
                  <a:srgbClr val="000000"/>
                </a:solidFill>
                <a:latin typeface="Almarai"/>
                <a:ea typeface="Almarai"/>
                <a:cs typeface="Almarai"/>
                <a:sym typeface="Almarai"/>
                <a:rtl/>
              </a:rPr>
              <a:t>و</a:t>
            </a:r>
            <a:r>
              <a:rPr lang="en-US" sz="2400" dirty="0" err="1">
                <a:solidFill>
                  <a:srgbClr val="000000"/>
                </a:solidFill>
                <a:latin typeface="Almarai"/>
                <a:ea typeface="Almarai"/>
                <a:cs typeface="Almarai"/>
                <a:sym typeface="Almarai"/>
                <a:rtl/>
              </a:rPr>
              <a:t>Roboflow</a:t>
            </a:r>
            <a:r>
              <a:rPr lang="en-US" sz="2400" dirty="0">
                <a:solidFill>
                  <a:srgbClr val="000000"/>
                </a:solidFill>
                <a:latin typeface="Almarai"/>
                <a:ea typeface="Almarai"/>
                <a:cs typeface="Almarai"/>
                <a:sym typeface="Almarai"/>
                <a:rtl/>
              </a:rPr>
              <a:t> </a:t>
            </a:r>
            <a:r>
              <a:rPr lang="ar-SA" sz="2400" dirty="0">
                <a:solidFill>
                  <a:srgbClr val="000000"/>
                </a:solidFill>
                <a:latin typeface="Almarai"/>
                <a:ea typeface="Almarai"/>
                <a:cs typeface="Almarai"/>
                <a:sym typeface="Almarai"/>
                <a:rtl/>
              </a:rPr>
              <a:t> </a:t>
            </a:r>
            <a:r>
              <a:rPr lang="ar-EG" sz="2400" dirty="0">
                <a:solidFill>
                  <a:srgbClr val="000000"/>
                </a:solidFill>
                <a:latin typeface="Almarai"/>
                <a:ea typeface="Almarai"/>
                <a:cs typeface="Almarai"/>
                <a:sym typeface="Almarai"/>
                <a:rtl/>
              </a:rPr>
              <a:t>للتعرف على الأجسام، و</a:t>
            </a:r>
            <a:r>
              <a:rPr lang="en-US" sz="2400" dirty="0">
                <a:solidFill>
                  <a:srgbClr val="000000"/>
                </a:solidFill>
                <a:latin typeface="Almarai"/>
                <a:ea typeface="Almarai"/>
                <a:cs typeface="Almarai"/>
                <a:sym typeface="Almarai"/>
                <a:rtl/>
              </a:rPr>
              <a:t>Gemini </a:t>
            </a:r>
            <a:r>
              <a:rPr lang="ar-EG" sz="2400" dirty="0">
                <a:solidFill>
                  <a:srgbClr val="000000"/>
                </a:solidFill>
                <a:latin typeface="Almarai"/>
                <a:ea typeface="Almarai"/>
                <a:cs typeface="Almarai"/>
                <a:sym typeface="Almarai"/>
                <a:rtl/>
              </a:rPr>
              <a:t>للتحليلات الذكية.</a:t>
            </a:r>
            <a:endParaRPr lang="ar-SA" sz="2400" dirty="0">
              <a:solidFill>
                <a:srgbClr val="000000"/>
              </a:solidFill>
              <a:latin typeface="Almarai"/>
              <a:ea typeface="Almarai"/>
              <a:cs typeface="Almarai"/>
              <a:sym typeface="Almarai"/>
              <a:rtl/>
            </a:endParaRPr>
          </a:p>
          <a:p>
            <a:pPr marL="800100" lvl="1" indent="-342900" algn="r" rtl="1">
              <a:lnSpc>
                <a:spcPts val="4079"/>
              </a:lnSpc>
              <a:buFont typeface="Arial" panose="020B0604020202020204" pitchFamily="34" charset="0"/>
              <a:buChar char="•"/>
            </a:pPr>
            <a:r>
              <a:rPr lang="ar-SA" sz="2400" dirty="0">
                <a:solidFill>
                  <a:srgbClr val="000000"/>
                </a:solidFill>
                <a:latin typeface="Almarai"/>
                <a:ea typeface="Almarai"/>
                <a:cs typeface="Almarai"/>
                <a:sym typeface="Almarai"/>
                <a:rtl/>
              </a:rPr>
              <a:t>البرمجيات: لغة </a:t>
            </a:r>
            <a:r>
              <a:rPr lang="en-US" sz="2400" dirty="0">
                <a:solidFill>
                  <a:srgbClr val="000000"/>
                </a:solidFill>
                <a:latin typeface="Almarai"/>
                <a:ea typeface="Almarai"/>
                <a:cs typeface="Almarai"/>
                <a:sym typeface="Almarai"/>
                <a:rtl/>
              </a:rPr>
              <a:t>Python، </a:t>
            </a:r>
            <a:r>
              <a:rPr lang="ar-SA" sz="2400" dirty="0">
                <a:solidFill>
                  <a:srgbClr val="000000"/>
                </a:solidFill>
                <a:latin typeface="Almarai"/>
                <a:ea typeface="Almarai"/>
                <a:cs typeface="Almarai"/>
                <a:sym typeface="Almarai"/>
                <a:rtl/>
              </a:rPr>
              <a:t>وبيئة </a:t>
            </a:r>
            <a:r>
              <a:rPr lang="en-US" sz="2400" dirty="0">
                <a:solidFill>
                  <a:srgbClr val="000000"/>
                </a:solidFill>
                <a:latin typeface="Almarai"/>
                <a:ea typeface="Almarai"/>
                <a:cs typeface="Almarai"/>
                <a:sym typeface="Almarai"/>
                <a:rtl/>
              </a:rPr>
              <a:t>Visual Studio Code، </a:t>
            </a:r>
            <a:r>
              <a:rPr lang="ar-SA" sz="2400" dirty="0">
                <a:solidFill>
                  <a:srgbClr val="000000"/>
                </a:solidFill>
                <a:latin typeface="Almarai"/>
                <a:ea typeface="Almarai"/>
                <a:cs typeface="Almarai"/>
                <a:sym typeface="Almarai"/>
                <a:rtl/>
              </a:rPr>
              <a:t>ومنصة </a:t>
            </a:r>
            <a:r>
              <a:rPr lang="en-US" sz="2400" dirty="0">
                <a:solidFill>
                  <a:srgbClr val="000000"/>
                </a:solidFill>
                <a:latin typeface="Almarai"/>
                <a:ea typeface="Almarai"/>
                <a:cs typeface="Almarai"/>
                <a:sym typeface="Almarai"/>
                <a:rtl/>
              </a:rPr>
              <a:t>GitHub</a:t>
            </a:r>
            <a:endParaRPr lang="ar-SA" sz="2400" dirty="0">
              <a:solidFill>
                <a:srgbClr val="000000"/>
              </a:solidFill>
              <a:latin typeface="Almarai"/>
              <a:ea typeface="Almarai"/>
              <a:cs typeface="Almarai"/>
              <a:sym typeface="Almarai"/>
              <a:rtl/>
            </a:endParaRPr>
          </a:p>
          <a:p>
            <a:pPr marL="800100" lvl="1" indent="-342900" algn="r" rtl="1">
              <a:lnSpc>
                <a:spcPts val="4079"/>
              </a:lnSpc>
              <a:buFont typeface="Arial" panose="020B0604020202020204" pitchFamily="34" charset="0"/>
              <a:buChar char="•"/>
            </a:pPr>
            <a:r>
              <a:rPr lang="ar-SA" sz="2400" dirty="0">
                <a:solidFill>
                  <a:srgbClr val="000000"/>
                </a:solidFill>
                <a:latin typeface="Almarai"/>
                <a:ea typeface="Almarai"/>
                <a:cs typeface="Almarai"/>
                <a:sym typeface="Almarai"/>
                <a:rtl/>
              </a:rPr>
              <a:t>المنصات:  </a:t>
            </a:r>
            <a:r>
              <a:rPr lang="en-US" sz="2400" dirty="0" err="1">
                <a:solidFill>
                  <a:srgbClr val="000000"/>
                </a:solidFill>
                <a:latin typeface="Almarai"/>
                <a:ea typeface="Almarai"/>
                <a:cs typeface="Almarai"/>
                <a:sym typeface="Almarai"/>
                <a:rtl/>
              </a:rPr>
              <a:t>Vercel</a:t>
            </a:r>
            <a:r>
              <a:rPr lang="en-US" sz="2400" dirty="0">
                <a:solidFill>
                  <a:srgbClr val="000000"/>
                </a:solidFill>
                <a:latin typeface="Almarai"/>
                <a:ea typeface="Almarai"/>
                <a:cs typeface="Almarai"/>
                <a:sym typeface="Almarai"/>
                <a:rtl/>
              </a:rPr>
              <a:t> </a:t>
            </a:r>
            <a:r>
              <a:rPr lang="ar-SA" sz="2400" dirty="0">
                <a:solidFill>
                  <a:srgbClr val="000000"/>
                </a:solidFill>
                <a:latin typeface="Almarai"/>
                <a:ea typeface="Almarai"/>
                <a:cs typeface="Almarai"/>
                <a:sym typeface="Almarai"/>
                <a:rtl/>
              </a:rPr>
              <a:t> و</a:t>
            </a:r>
            <a:r>
              <a:rPr lang="en-US" sz="2400" dirty="0">
                <a:solidFill>
                  <a:srgbClr val="000000"/>
                </a:solidFill>
                <a:latin typeface="Almarai"/>
                <a:ea typeface="Almarai"/>
                <a:cs typeface="Almarai"/>
                <a:sym typeface="Almarai"/>
                <a:rtl/>
              </a:rPr>
              <a:t>Render </a:t>
            </a:r>
            <a:r>
              <a:rPr lang="ar-SA" sz="2400" dirty="0">
                <a:solidFill>
                  <a:srgbClr val="000000"/>
                </a:solidFill>
                <a:latin typeface="Almarai"/>
                <a:ea typeface="Almarai"/>
                <a:cs typeface="Almarai"/>
                <a:sym typeface="Almarai"/>
                <a:rtl/>
              </a:rPr>
              <a:t> للاستضافة، و</a:t>
            </a:r>
            <a:r>
              <a:rPr lang="en-US" sz="2400" dirty="0">
                <a:solidFill>
                  <a:srgbClr val="000000"/>
                </a:solidFill>
                <a:latin typeface="Almarai"/>
                <a:ea typeface="Almarai"/>
                <a:cs typeface="Almarai"/>
                <a:sym typeface="Almarai"/>
                <a:rtl/>
              </a:rPr>
              <a:t>Midjourney </a:t>
            </a:r>
            <a:r>
              <a:rPr lang="ar-SA" sz="2400" dirty="0">
                <a:solidFill>
                  <a:srgbClr val="000000"/>
                </a:solidFill>
                <a:latin typeface="Almarai"/>
                <a:ea typeface="Almarai"/>
                <a:cs typeface="Almarai"/>
                <a:sym typeface="Almarai"/>
                <a:rtl/>
              </a:rPr>
              <a:t> لتوليد صور التدريب.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1242</TotalTime>
  <Words>266</Words>
  <Application>Microsoft Office PowerPoint</Application>
  <PresentationFormat>مخصص</PresentationFormat>
  <Paragraphs>27</Paragraphs>
  <Slides>1</Slides>
  <Notes>0</Notes>
  <HiddenSlides>0</HiddenSlides>
  <MMClips>0</MMClips>
  <ScaleCrop>false</ScaleCrop>
  <HeadingPairs>
    <vt:vector size="6" baseType="variant">
      <vt:variant>
        <vt:lpstr>الخطوط المستخدمة</vt:lpstr>
      </vt:variant>
      <vt:variant>
        <vt:i4>5</vt:i4>
      </vt:variant>
      <vt:variant>
        <vt:lpstr>نسق</vt:lpstr>
      </vt:variant>
      <vt:variant>
        <vt:i4>1</vt:i4>
      </vt:variant>
      <vt:variant>
        <vt:lpstr>عناوين الشرائح</vt:lpstr>
      </vt:variant>
      <vt:variant>
        <vt:i4>1</vt:i4>
      </vt:variant>
    </vt:vector>
  </HeadingPairs>
  <TitlesOfParts>
    <vt:vector size="7" baseType="lpstr">
      <vt:lpstr>Calibri</vt:lpstr>
      <vt:lpstr>Arial</vt:lpstr>
      <vt:lpstr>Aptos</vt:lpstr>
      <vt:lpstr>Almarai Bold</vt:lpstr>
      <vt:lpstr>Almarai</vt:lpstr>
      <vt:lpstr>Office Theme</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template</dc:title>
  <dc:creator>sara</dc:creator>
  <cp:lastModifiedBy>شهد محمد الشهري</cp:lastModifiedBy>
  <cp:revision>3</cp:revision>
  <dcterms:created xsi:type="dcterms:W3CDTF">2006-08-16T00:00:00Z</dcterms:created>
  <dcterms:modified xsi:type="dcterms:W3CDTF">2026-04-22T17:29:22Z</dcterms:modified>
  <dc:identifier>DAGYSpS8GME</dc:identifier>
</cp:coreProperties>
</file>